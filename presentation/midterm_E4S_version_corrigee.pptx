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6A7B80"/>
    <a:srgbClr val="0690C9"/>
    <a:srgbClr val="005EC4"/>
    <a:srgbClr val="FF8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62" dt="2026-10-13T14:11:45.348"/>
    <p1510:client id="{9E6EC56B-3309-8C24-00B5-80410319F305}" v="305" dt="2026-10-13T20:04:46.557"/>
    <p1510:client id="{B5434F0D-156E-C452-820B-DE2A4A164C03}" v="1226" dt="2026-10-13T06:57:56.037"/>
    <p1510:client id="{E4E199FD-7D51-4444-8B0D-23C520B4C703}" v="192" dt="2026-10-13T19:01:22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D_0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D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installations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13236</c:v>
                </c:pt>
                <c:pt idx="1">
                  <c:v>10613</c:v>
                </c:pt>
                <c:pt idx="2">
                  <c:v>13185</c:v>
                </c:pt>
                <c:pt idx="3">
                  <c:v>13122</c:v>
                </c:pt>
                <c:pt idx="4">
                  <c:v>14525</c:v>
                </c:pt>
                <c:pt idx="5">
                  <c:v>19467</c:v>
                </c:pt>
                <c:pt idx="6">
                  <c:v>23291</c:v>
                </c:pt>
                <c:pt idx="7">
                  <c:v>33720</c:v>
                </c:pt>
                <c:pt idx="8">
                  <c:v>61682</c:v>
                </c:pt>
                <c:pt idx="9">
                  <c:v>57664</c:v>
                </c:pt>
                <c:pt idx="10">
                  <c:v>37128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D3-5844-A4C5-6B3756B0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new installations per year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Installations per commune and year, 2023–24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solidFill>
              <a:srgbClr val="005DC4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269</c:v>
                </c:pt>
                <c:pt idx="1">
                  <c:v>318</c:v>
                </c:pt>
                <c:pt idx="2">
                  <c:v>264</c:v>
                </c:pt>
                <c:pt idx="3">
                  <c:v>248</c:v>
                </c:pt>
                <c:pt idx="4">
                  <c:v>174</c:v>
                </c:pt>
                <c:pt idx="5">
                  <c:v>130</c:v>
                </c:pt>
                <c:pt idx="6">
                  <c:v>118</c:v>
                </c:pt>
                <c:pt idx="7">
                  <c:v>122</c:v>
                </c:pt>
                <c:pt idx="8">
                  <c:v>73</c:v>
                </c:pt>
                <c:pt idx="9">
                  <c:v>60</c:v>
                </c:pt>
                <c:pt idx="10">
                  <c:v>54</c:v>
                </c:pt>
                <c:pt idx="11">
                  <c:v>37</c:v>
                </c:pt>
                <c:pt idx="12">
                  <c:v>44</c:v>
                </c:pt>
                <c:pt idx="13">
                  <c:v>30</c:v>
                </c:pt>
                <c:pt idx="14">
                  <c:v>17</c:v>
                </c:pt>
                <c:pt idx="15">
                  <c:v>21</c:v>
                </c:pt>
                <c:pt idx="16">
                  <c:v>17</c:v>
                </c:pt>
                <c:pt idx="17">
                  <c:v>10</c:v>
                </c:pt>
                <c:pt idx="18">
                  <c:v>10</c:v>
                </c:pt>
                <c:pt idx="19">
                  <c:v>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5B-B144-8A20-020169FE3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  <a:endParaRPr lang="en-C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communes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Owner-occupier share (%), 2000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solidFill>
              <a:srgbClr val="0790C9"/>
            </a:solidFill>
          </c:spPr>
          <c:invertIfNegative val="1"/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19</c:v>
                </c:pt>
                <c:pt idx="4">
                  <c:v>8</c:v>
                </c:pt>
                <c:pt idx="5">
                  <c:v>19</c:v>
                </c:pt>
                <c:pt idx="6">
                  <c:v>45</c:v>
                </c:pt>
                <c:pt idx="7">
                  <c:v>61</c:v>
                </c:pt>
                <c:pt idx="8">
                  <c:v>79</c:v>
                </c:pt>
                <c:pt idx="9">
                  <c:v>78</c:v>
                </c:pt>
                <c:pt idx="10">
                  <c:v>128</c:v>
                </c:pt>
                <c:pt idx="11">
                  <c:v>142</c:v>
                </c:pt>
                <c:pt idx="12">
                  <c:v>191</c:v>
                </c:pt>
                <c:pt idx="13">
                  <c:v>234</c:v>
                </c:pt>
                <c:pt idx="14">
                  <c:v>283</c:v>
                </c:pt>
                <c:pt idx="15">
                  <c:v>233</c:v>
                </c:pt>
                <c:pt idx="16">
                  <c:v>234</c:v>
                </c:pt>
                <c:pt idx="17">
                  <c:v>111</c:v>
                </c:pt>
                <c:pt idx="18">
                  <c:v>78</c:v>
                </c:pt>
                <c:pt idx="19">
                  <c:v>55</c:v>
                </c:pt>
                <c:pt idx="20">
                  <c:v>28</c:v>
                </c:pt>
                <c:pt idx="21">
                  <c:v>13</c:v>
                </c:pt>
                <c:pt idx="22">
                  <c:v>6</c:v>
                </c:pt>
                <c:pt idx="23">
                  <c:v>2</c:v>
                </c:pt>
                <c:pt idx="2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E6E-6748-8841-C80A1021C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  <a:endParaRPr lang="en-C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communes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Mean household tariff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21.9</c:v>
                </c:pt>
                <c:pt idx="1">
                  <c:v>22.2</c:v>
                </c:pt>
                <c:pt idx="2">
                  <c:v>22.1</c:v>
                </c:pt>
                <c:pt idx="3">
                  <c:v>23</c:v>
                </c:pt>
                <c:pt idx="4">
                  <c:v>22.6</c:v>
                </c:pt>
                <c:pt idx="5">
                  <c:v>22.7</c:v>
                </c:pt>
                <c:pt idx="6">
                  <c:v>22.8</c:v>
                </c:pt>
                <c:pt idx="7">
                  <c:v>22.7</c:v>
                </c:pt>
                <c:pt idx="8">
                  <c:v>24.7</c:v>
                </c:pt>
                <c:pt idx="9">
                  <c:v>30.1</c:v>
                </c:pt>
                <c:pt idx="10">
                  <c:v>28.7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90-9242-AF65-9C2C4946CC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ln w="34925">
              <a:solidFill>
                <a:srgbClr val="9A9A9A"/>
              </a:solidFill>
            </a:ln>
          </c:spPr>
          <c:marker>
            <c:symbol val="circle"/>
            <c:size val="7"/>
            <c:spPr>
              <a:solidFill>
                <a:srgbClr val="9A9A9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19</c:v>
                </c:pt>
                <c:pt idx="1">
                  <c:v>18.7</c:v>
                </c:pt>
                <c:pt idx="2">
                  <c:v>18.2</c:v>
                </c:pt>
                <c:pt idx="3">
                  <c:v>19.2</c:v>
                </c:pt>
                <c:pt idx="4">
                  <c:v>19.3</c:v>
                </c:pt>
                <c:pt idx="5">
                  <c:v>19.3</c:v>
                </c:pt>
                <c:pt idx="6">
                  <c:v>19.5</c:v>
                </c:pt>
                <c:pt idx="7">
                  <c:v>20.2</c:v>
                </c:pt>
                <c:pt idx="8">
                  <c:v>26.1</c:v>
                </c:pt>
                <c:pt idx="9">
                  <c:v>31.8</c:v>
                </c:pt>
                <c:pt idx="10">
                  <c:v>28.4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90-9242-AF65-9C2C4946CC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20.399999999999999</c:v>
                </c:pt>
                <c:pt idx="1">
                  <c:v>20.2</c:v>
                </c:pt>
                <c:pt idx="2">
                  <c:v>19.899999999999999</c:v>
                </c:pt>
                <c:pt idx="3">
                  <c:v>20.3</c:v>
                </c:pt>
                <c:pt idx="4">
                  <c:v>20.5</c:v>
                </c:pt>
                <c:pt idx="5">
                  <c:v>20.7</c:v>
                </c:pt>
                <c:pt idx="6">
                  <c:v>20.399999999999999</c:v>
                </c:pt>
                <c:pt idx="7">
                  <c:v>21</c:v>
                </c:pt>
                <c:pt idx="8">
                  <c:v>33.299999999999997</c:v>
                </c:pt>
                <c:pt idx="9">
                  <c:v>34.4</c:v>
                </c:pt>
                <c:pt idx="10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90-9242-AF65-9C2C4946C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ct/kWh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New installations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54.3</c:v>
                </c:pt>
                <c:pt idx="1">
                  <c:v>43.5</c:v>
                </c:pt>
                <c:pt idx="2">
                  <c:v>55.2</c:v>
                </c:pt>
                <c:pt idx="3">
                  <c:v>54.7</c:v>
                </c:pt>
                <c:pt idx="4">
                  <c:v>60.3</c:v>
                </c:pt>
                <c:pt idx="5">
                  <c:v>82.3</c:v>
                </c:pt>
                <c:pt idx="6">
                  <c:v>100</c:v>
                </c:pt>
                <c:pt idx="7">
                  <c:v>141.4</c:v>
                </c:pt>
                <c:pt idx="8">
                  <c:v>238.1</c:v>
                </c:pt>
                <c:pt idx="9">
                  <c:v>223.3</c:v>
                </c:pt>
                <c:pt idx="10">
                  <c:v>141.80000000000001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6A-6F4D-BF62-786428DBFF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ln w="34925">
              <a:solidFill>
                <a:srgbClr val="9A9A9A"/>
              </a:solidFill>
            </a:ln>
          </c:spPr>
          <c:marker>
            <c:symbol val="circle"/>
            <c:size val="7"/>
            <c:spPr>
              <a:solidFill>
                <a:srgbClr val="9A9A9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57.1</c:v>
                </c:pt>
                <c:pt idx="1">
                  <c:v>43.8</c:v>
                </c:pt>
                <c:pt idx="2">
                  <c:v>53.8</c:v>
                </c:pt>
                <c:pt idx="3">
                  <c:v>52.7</c:v>
                </c:pt>
                <c:pt idx="4">
                  <c:v>60.6</c:v>
                </c:pt>
                <c:pt idx="5">
                  <c:v>82.5</c:v>
                </c:pt>
                <c:pt idx="6">
                  <c:v>100</c:v>
                </c:pt>
                <c:pt idx="7">
                  <c:v>144.6</c:v>
                </c:pt>
                <c:pt idx="8">
                  <c:v>264.60000000000002</c:v>
                </c:pt>
                <c:pt idx="9">
                  <c:v>251.6</c:v>
                </c:pt>
                <c:pt idx="10">
                  <c:v>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6A-6F4D-BF62-786428DBFF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58.7</c:v>
                </c:pt>
                <c:pt idx="1">
                  <c:v>49.7</c:v>
                </c:pt>
                <c:pt idx="2">
                  <c:v>61.3</c:v>
                </c:pt>
                <c:pt idx="3">
                  <c:v>62.3</c:v>
                </c:pt>
                <c:pt idx="4">
                  <c:v>66.400000000000006</c:v>
                </c:pt>
                <c:pt idx="5">
                  <c:v>86</c:v>
                </c:pt>
                <c:pt idx="6">
                  <c:v>100</c:v>
                </c:pt>
                <c:pt idx="7">
                  <c:v>148</c:v>
                </c:pt>
                <c:pt idx="8">
                  <c:v>289.60000000000002</c:v>
                </c:pt>
                <c:pt idx="9">
                  <c:v>265</c:v>
                </c:pt>
                <c:pt idx="10">
                  <c:v>157.9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6A-6F4D-BF62-786428DBF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BFD7F0"/>
              </a:solidFill>
              <a:ln>
                <a:noFill/>
              </a:ln>
            </c:spPr>
          </c:marker>
          <c:xVal>
            <c:numRef>
              <c:f>Sheet1!$A$2:$A$2080</c:f>
              <c:numCache>
                <c:formatCode>General</c:formatCode>
                <c:ptCount val="2079"/>
                <c:pt idx="0">
                  <c:v>-0.53300000000000003</c:v>
                </c:pt>
                <c:pt idx="1">
                  <c:v>-0.53300000000000003</c:v>
                </c:pt>
                <c:pt idx="2">
                  <c:v>-0.53300000000000003</c:v>
                </c:pt>
                <c:pt idx="3">
                  <c:v>-0.53300000000000003</c:v>
                </c:pt>
                <c:pt idx="4">
                  <c:v>-0.53300000000000003</c:v>
                </c:pt>
                <c:pt idx="5">
                  <c:v>-0.53300000000000003</c:v>
                </c:pt>
                <c:pt idx="6">
                  <c:v>-0.53300000000000003</c:v>
                </c:pt>
                <c:pt idx="7">
                  <c:v>-0.53300000000000003</c:v>
                </c:pt>
                <c:pt idx="8">
                  <c:v>-0.53300000000000003</c:v>
                </c:pt>
                <c:pt idx="9">
                  <c:v>-0.53300000000000003</c:v>
                </c:pt>
                <c:pt idx="10">
                  <c:v>-0.53300000000000003</c:v>
                </c:pt>
                <c:pt idx="11">
                  <c:v>-0.53300000000000003</c:v>
                </c:pt>
                <c:pt idx="12">
                  <c:v>-0.53300000000000003</c:v>
                </c:pt>
                <c:pt idx="13">
                  <c:v>-0.53300000000000003</c:v>
                </c:pt>
                <c:pt idx="14">
                  <c:v>3.173</c:v>
                </c:pt>
                <c:pt idx="15">
                  <c:v>-0.53300000000000003</c:v>
                </c:pt>
                <c:pt idx="16">
                  <c:v>-0.53300000000000003</c:v>
                </c:pt>
                <c:pt idx="17">
                  <c:v>-0.53300000000000003</c:v>
                </c:pt>
                <c:pt idx="18">
                  <c:v>-0.53300000000000003</c:v>
                </c:pt>
                <c:pt idx="19">
                  <c:v>-0.53300000000000003</c:v>
                </c:pt>
                <c:pt idx="20">
                  <c:v>-0.53300000000000003</c:v>
                </c:pt>
                <c:pt idx="21">
                  <c:v>-0.53300000000000003</c:v>
                </c:pt>
                <c:pt idx="22">
                  <c:v>-0.53300000000000003</c:v>
                </c:pt>
                <c:pt idx="23">
                  <c:v>-0.53300000000000003</c:v>
                </c:pt>
                <c:pt idx="24">
                  <c:v>-0.53300000000000003</c:v>
                </c:pt>
                <c:pt idx="25">
                  <c:v>-4.5209999999999999</c:v>
                </c:pt>
                <c:pt idx="26">
                  <c:v>-0.53300000000000003</c:v>
                </c:pt>
                <c:pt idx="27">
                  <c:v>-0.53300000000000003</c:v>
                </c:pt>
                <c:pt idx="28">
                  <c:v>-0.53300000000000003</c:v>
                </c:pt>
                <c:pt idx="29">
                  <c:v>-0.53300000000000003</c:v>
                </c:pt>
                <c:pt idx="30">
                  <c:v>-0.53300000000000003</c:v>
                </c:pt>
                <c:pt idx="31">
                  <c:v>-0.53300000000000003</c:v>
                </c:pt>
                <c:pt idx="32">
                  <c:v>-0.53300000000000003</c:v>
                </c:pt>
                <c:pt idx="33">
                  <c:v>-0.53300000000000003</c:v>
                </c:pt>
                <c:pt idx="34">
                  <c:v>1.109</c:v>
                </c:pt>
                <c:pt idx="35">
                  <c:v>-0.53300000000000003</c:v>
                </c:pt>
                <c:pt idx="36">
                  <c:v>-0.53300000000000003</c:v>
                </c:pt>
                <c:pt idx="37">
                  <c:v>-0.53300000000000003</c:v>
                </c:pt>
                <c:pt idx="38">
                  <c:v>6.4050000000000002</c:v>
                </c:pt>
                <c:pt idx="39">
                  <c:v>-0.53300000000000003</c:v>
                </c:pt>
                <c:pt idx="40">
                  <c:v>-0.53300000000000003</c:v>
                </c:pt>
                <c:pt idx="41">
                  <c:v>-0.53300000000000003</c:v>
                </c:pt>
                <c:pt idx="42">
                  <c:v>7.625</c:v>
                </c:pt>
                <c:pt idx="43">
                  <c:v>-0.53300000000000003</c:v>
                </c:pt>
                <c:pt idx="44">
                  <c:v>-0.53300000000000003</c:v>
                </c:pt>
                <c:pt idx="45">
                  <c:v>-0.53300000000000003</c:v>
                </c:pt>
                <c:pt idx="46">
                  <c:v>-1.2030000000000001</c:v>
                </c:pt>
                <c:pt idx="47">
                  <c:v>-0.53300000000000003</c:v>
                </c:pt>
                <c:pt idx="48">
                  <c:v>-0.53300000000000003</c:v>
                </c:pt>
                <c:pt idx="49">
                  <c:v>1.5860000000000001</c:v>
                </c:pt>
                <c:pt idx="50">
                  <c:v>-0.53300000000000003</c:v>
                </c:pt>
                <c:pt idx="51">
                  <c:v>-0.53300000000000003</c:v>
                </c:pt>
                <c:pt idx="52">
                  <c:v>-0.53300000000000003</c:v>
                </c:pt>
                <c:pt idx="53">
                  <c:v>-0.53300000000000003</c:v>
                </c:pt>
                <c:pt idx="54">
                  <c:v>-0.53300000000000003</c:v>
                </c:pt>
                <c:pt idx="55">
                  <c:v>-0.53300000000000003</c:v>
                </c:pt>
                <c:pt idx="56">
                  <c:v>-0.53300000000000003</c:v>
                </c:pt>
                <c:pt idx="57">
                  <c:v>-0.53300000000000003</c:v>
                </c:pt>
                <c:pt idx="58">
                  <c:v>-0.53300000000000003</c:v>
                </c:pt>
                <c:pt idx="59">
                  <c:v>-0.53300000000000003</c:v>
                </c:pt>
                <c:pt idx="60">
                  <c:v>-0.53300000000000003</c:v>
                </c:pt>
                <c:pt idx="61">
                  <c:v>-0.53300000000000003</c:v>
                </c:pt>
                <c:pt idx="62">
                  <c:v>-0.53300000000000003</c:v>
                </c:pt>
                <c:pt idx="63">
                  <c:v>-0.53300000000000003</c:v>
                </c:pt>
                <c:pt idx="64">
                  <c:v>1.153</c:v>
                </c:pt>
                <c:pt idx="65">
                  <c:v>-0.53300000000000003</c:v>
                </c:pt>
                <c:pt idx="66">
                  <c:v>7.9249999999999998</c:v>
                </c:pt>
                <c:pt idx="67">
                  <c:v>-0.53300000000000003</c:v>
                </c:pt>
                <c:pt idx="68">
                  <c:v>-0.53300000000000003</c:v>
                </c:pt>
                <c:pt idx="69">
                  <c:v>5.3920000000000003</c:v>
                </c:pt>
                <c:pt idx="70">
                  <c:v>-0.53300000000000003</c:v>
                </c:pt>
                <c:pt idx="71">
                  <c:v>-0.53300000000000003</c:v>
                </c:pt>
                <c:pt idx="72">
                  <c:v>-0.53300000000000003</c:v>
                </c:pt>
                <c:pt idx="73">
                  <c:v>-0.53300000000000003</c:v>
                </c:pt>
                <c:pt idx="74">
                  <c:v>10.013</c:v>
                </c:pt>
                <c:pt idx="75">
                  <c:v>-0.53300000000000003</c:v>
                </c:pt>
                <c:pt idx="76">
                  <c:v>-0.74099999999999999</c:v>
                </c:pt>
                <c:pt idx="77">
                  <c:v>0.17599999999999999</c:v>
                </c:pt>
                <c:pt idx="78">
                  <c:v>-0.53300000000000003</c:v>
                </c:pt>
                <c:pt idx="79">
                  <c:v>0.433</c:v>
                </c:pt>
                <c:pt idx="80">
                  <c:v>1.58</c:v>
                </c:pt>
                <c:pt idx="81">
                  <c:v>-0.53300000000000003</c:v>
                </c:pt>
                <c:pt idx="82">
                  <c:v>0.88200000000000001</c:v>
                </c:pt>
                <c:pt idx="83">
                  <c:v>-0.53300000000000003</c:v>
                </c:pt>
                <c:pt idx="84">
                  <c:v>-5.22</c:v>
                </c:pt>
                <c:pt idx="85">
                  <c:v>3.72</c:v>
                </c:pt>
                <c:pt idx="86">
                  <c:v>-0.53300000000000003</c:v>
                </c:pt>
                <c:pt idx="87">
                  <c:v>-0.53300000000000003</c:v>
                </c:pt>
                <c:pt idx="88">
                  <c:v>-0.53300000000000003</c:v>
                </c:pt>
                <c:pt idx="89">
                  <c:v>-0.53300000000000003</c:v>
                </c:pt>
                <c:pt idx="90">
                  <c:v>-0.53300000000000003</c:v>
                </c:pt>
                <c:pt idx="91">
                  <c:v>-0.53300000000000003</c:v>
                </c:pt>
                <c:pt idx="92">
                  <c:v>-0.53300000000000003</c:v>
                </c:pt>
                <c:pt idx="93">
                  <c:v>1.2190000000000001</c:v>
                </c:pt>
                <c:pt idx="94">
                  <c:v>0.191</c:v>
                </c:pt>
                <c:pt idx="95">
                  <c:v>-0.53300000000000003</c:v>
                </c:pt>
                <c:pt idx="96">
                  <c:v>1.712</c:v>
                </c:pt>
                <c:pt idx="97">
                  <c:v>1.534</c:v>
                </c:pt>
                <c:pt idx="98">
                  <c:v>0.91700000000000004</c:v>
                </c:pt>
                <c:pt idx="99">
                  <c:v>-0.53300000000000003</c:v>
                </c:pt>
                <c:pt idx="100">
                  <c:v>3.4540000000000002</c:v>
                </c:pt>
                <c:pt idx="101">
                  <c:v>0.71699999999999997</c:v>
                </c:pt>
                <c:pt idx="102">
                  <c:v>-0.53300000000000003</c:v>
                </c:pt>
                <c:pt idx="103">
                  <c:v>0.81899999999999995</c:v>
                </c:pt>
                <c:pt idx="104">
                  <c:v>-0.20499999999999999</c:v>
                </c:pt>
                <c:pt idx="105">
                  <c:v>-0.53300000000000003</c:v>
                </c:pt>
                <c:pt idx="106">
                  <c:v>6.806</c:v>
                </c:pt>
                <c:pt idx="107">
                  <c:v>-3.9E-2</c:v>
                </c:pt>
                <c:pt idx="108">
                  <c:v>-0.53300000000000003</c:v>
                </c:pt>
                <c:pt idx="109">
                  <c:v>-0.53300000000000003</c:v>
                </c:pt>
                <c:pt idx="110">
                  <c:v>-0.53300000000000003</c:v>
                </c:pt>
                <c:pt idx="111">
                  <c:v>-0.53300000000000003</c:v>
                </c:pt>
                <c:pt idx="112">
                  <c:v>1.48</c:v>
                </c:pt>
                <c:pt idx="113">
                  <c:v>-0.53300000000000003</c:v>
                </c:pt>
                <c:pt idx="114">
                  <c:v>1.1919999999999999</c:v>
                </c:pt>
                <c:pt idx="115">
                  <c:v>-0.53300000000000003</c:v>
                </c:pt>
                <c:pt idx="116">
                  <c:v>-0.53300000000000003</c:v>
                </c:pt>
                <c:pt idx="117">
                  <c:v>-0.53300000000000003</c:v>
                </c:pt>
                <c:pt idx="118">
                  <c:v>-0.53300000000000003</c:v>
                </c:pt>
                <c:pt idx="119">
                  <c:v>5.57</c:v>
                </c:pt>
                <c:pt idx="120">
                  <c:v>-0.53300000000000003</c:v>
                </c:pt>
                <c:pt idx="121">
                  <c:v>-0.45700000000000002</c:v>
                </c:pt>
                <c:pt idx="122">
                  <c:v>-0.53300000000000003</c:v>
                </c:pt>
                <c:pt idx="123">
                  <c:v>-0.53300000000000003</c:v>
                </c:pt>
                <c:pt idx="124">
                  <c:v>-0.53300000000000003</c:v>
                </c:pt>
                <c:pt idx="125">
                  <c:v>-0.53300000000000003</c:v>
                </c:pt>
                <c:pt idx="126">
                  <c:v>-0.53300000000000003</c:v>
                </c:pt>
                <c:pt idx="127">
                  <c:v>-0.53300000000000003</c:v>
                </c:pt>
                <c:pt idx="128">
                  <c:v>0.48199999999999998</c:v>
                </c:pt>
                <c:pt idx="129">
                  <c:v>-0.53300000000000003</c:v>
                </c:pt>
                <c:pt idx="130">
                  <c:v>-0.53300000000000003</c:v>
                </c:pt>
                <c:pt idx="131">
                  <c:v>-0.53300000000000003</c:v>
                </c:pt>
                <c:pt idx="132">
                  <c:v>-0.53300000000000003</c:v>
                </c:pt>
                <c:pt idx="133">
                  <c:v>-0.53300000000000003</c:v>
                </c:pt>
                <c:pt idx="134">
                  <c:v>-0.53300000000000003</c:v>
                </c:pt>
                <c:pt idx="135">
                  <c:v>-0.53300000000000003</c:v>
                </c:pt>
                <c:pt idx="136">
                  <c:v>-0.53300000000000003</c:v>
                </c:pt>
                <c:pt idx="137">
                  <c:v>1.2310000000000001</c:v>
                </c:pt>
                <c:pt idx="138">
                  <c:v>-0.53300000000000003</c:v>
                </c:pt>
                <c:pt idx="139">
                  <c:v>-0.53300000000000003</c:v>
                </c:pt>
                <c:pt idx="140">
                  <c:v>-0.53300000000000003</c:v>
                </c:pt>
                <c:pt idx="141">
                  <c:v>-0.53300000000000003</c:v>
                </c:pt>
                <c:pt idx="142">
                  <c:v>-0.53300000000000003</c:v>
                </c:pt>
                <c:pt idx="143">
                  <c:v>-0.53300000000000003</c:v>
                </c:pt>
                <c:pt idx="144">
                  <c:v>-0.53300000000000003</c:v>
                </c:pt>
                <c:pt idx="145">
                  <c:v>-0.53300000000000003</c:v>
                </c:pt>
                <c:pt idx="146">
                  <c:v>-0.53300000000000003</c:v>
                </c:pt>
                <c:pt idx="147">
                  <c:v>-0.53300000000000003</c:v>
                </c:pt>
                <c:pt idx="148">
                  <c:v>-0.53300000000000003</c:v>
                </c:pt>
                <c:pt idx="149">
                  <c:v>-0.53300000000000003</c:v>
                </c:pt>
                <c:pt idx="150">
                  <c:v>-4.4390000000000001</c:v>
                </c:pt>
                <c:pt idx="151">
                  <c:v>-2.0920000000000001</c:v>
                </c:pt>
                <c:pt idx="152">
                  <c:v>-0.53300000000000003</c:v>
                </c:pt>
                <c:pt idx="153">
                  <c:v>-0.53300000000000003</c:v>
                </c:pt>
                <c:pt idx="154">
                  <c:v>-0.53300000000000003</c:v>
                </c:pt>
                <c:pt idx="155">
                  <c:v>5.4080000000000004</c:v>
                </c:pt>
                <c:pt idx="156">
                  <c:v>-0.53300000000000003</c:v>
                </c:pt>
                <c:pt idx="157">
                  <c:v>-0.53300000000000003</c:v>
                </c:pt>
                <c:pt idx="158">
                  <c:v>-0.53300000000000003</c:v>
                </c:pt>
                <c:pt idx="159">
                  <c:v>1.109</c:v>
                </c:pt>
                <c:pt idx="160">
                  <c:v>12.695</c:v>
                </c:pt>
                <c:pt idx="161">
                  <c:v>0.94</c:v>
                </c:pt>
                <c:pt idx="162">
                  <c:v>-3.3410000000000002</c:v>
                </c:pt>
                <c:pt idx="163">
                  <c:v>12.695</c:v>
                </c:pt>
                <c:pt idx="164">
                  <c:v>-3.3410000000000002</c:v>
                </c:pt>
                <c:pt idx="165">
                  <c:v>-3.3410000000000002</c:v>
                </c:pt>
                <c:pt idx="166">
                  <c:v>7.5369999999999999</c:v>
                </c:pt>
                <c:pt idx="167">
                  <c:v>-3.3410000000000002</c:v>
                </c:pt>
                <c:pt idx="168">
                  <c:v>7.2960000000000003</c:v>
                </c:pt>
                <c:pt idx="169">
                  <c:v>1.159</c:v>
                </c:pt>
                <c:pt idx="170">
                  <c:v>-2.5910000000000002</c:v>
                </c:pt>
                <c:pt idx="171">
                  <c:v>-2.5910000000000002</c:v>
                </c:pt>
                <c:pt idx="172">
                  <c:v>-2.5910000000000002</c:v>
                </c:pt>
                <c:pt idx="173">
                  <c:v>-2.5910000000000002</c:v>
                </c:pt>
                <c:pt idx="174">
                  <c:v>-2.5910000000000002</c:v>
                </c:pt>
                <c:pt idx="175">
                  <c:v>5.3</c:v>
                </c:pt>
                <c:pt idx="176">
                  <c:v>0.159</c:v>
                </c:pt>
                <c:pt idx="177">
                  <c:v>-0.9</c:v>
                </c:pt>
                <c:pt idx="178">
                  <c:v>4.0490000000000004</c:v>
                </c:pt>
                <c:pt idx="179">
                  <c:v>-2.5910000000000002</c:v>
                </c:pt>
                <c:pt idx="180">
                  <c:v>-2.5910000000000002</c:v>
                </c:pt>
                <c:pt idx="181">
                  <c:v>3.2639999999999998</c:v>
                </c:pt>
                <c:pt idx="182">
                  <c:v>-2.5910000000000002</c:v>
                </c:pt>
                <c:pt idx="183">
                  <c:v>-2.5910000000000002</c:v>
                </c:pt>
                <c:pt idx="184">
                  <c:v>-2.5910000000000002</c:v>
                </c:pt>
                <c:pt idx="185">
                  <c:v>-2.3410000000000002</c:v>
                </c:pt>
                <c:pt idx="186">
                  <c:v>-2.5910000000000002</c:v>
                </c:pt>
                <c:pt idx="187">
                  <c:v>4.1859999999999999</c:v>
                </c:pt>
                <c:pt idx="188">
                  <c:v>13.279</c:v>
                </c:pt>
                <c:pt idx="189">
                  <c:v>0.60899999999999999</c:v>
                </c:pt>
                <c:pt idx="190">
                  <c:v>-3.3410000000000002</c:v>
                </c:pt>
                <c:pt idx="191">
                  <c:v>-3.3410000000000002</c:v>
                </c:pt>
                <c:pt idx="192">
                  <c:v>-3.3410000000000002</c:v>
                </c:pt>
                <c:pt idx="193">
                  <c:v>-3.3410000000000002</c:v>
                </c:pt>
                <c:pt idx="194">
                  <c:v>-3.3410000000000002</c:v>
                </c:pt>
                <c:pt idx="195">
                  <c:v>-3.3410000000000002</c:v>
                </c:pt>
                <c:pt idx="196">
                  <c:v>-3.3410000000000002</c:v>
                </c:pt>
                <c:pt idx="197">
                  <c:v>-3.3410000000000002</c:v>
                </c:pt>
                <c:pt idx="198">
                  <c:v>-3.3410000000000002</c:v>
                </c:pt>
                <c:pt idx="199">
                  <c:v>-3.3410000000000002</c:v>
                </c:pt>
                <c:pt idx="200">
                  <c:v>-3.3410000000000002</c:v>
                </c:pt>
                <c:pt idx="201">
                  <c:v>-3.3410000000000002</c:v>
                </c:pt>
                <c:pt idx="202">
                  <c:v>3.5289999999999999</c:v>
                </c:pt>
                <c:pt idx="203">
                  <c:v>-3.3410000000000002</c:v>
                </c:pt>
                <c:pt idx="204">
                  <c:v>13.359</c:v>
                </c:pt>
                <c:pt idx="205">
                  <c:v>16.763999999999999</c:v>
                </c:pt>
                <c:pt idx="206">
                  <c:v>6.1589999999999998</c:v>
                </c:pt>
                <c:pt idx="207">
                  <c:v>19.861999999999998</c:v>
                </c:pt>
                <c:pt idx="208">
                  <c:v>-3.3410000000000002</c:v>
                </c:pt>
                <c:pt idx="209">
                  <c:v>7.3550000000000004</c:v>
                </c:pt>
                <c:pt idx="210">
                  <c:v>3.1520000000000001</c:v>
                </c:pt>
                <c:pt idx="211">
                  <c:v>-3.3410000000000002</c:v>
                </c:pt>
                <c:pt idx="212">
                  <c:v>-3.3410000000000002</c:v>
                </c:pt>
                <c:pt idx="213">
                  <c:v>17.541</c:v>
                </c:pt>
                <c:pt idx="214">
                  <c:v>8.7579999999999991</c:v>
                </c:pt>
                <c:pt idx="215">
                  <c:v>18.218</c:v>
                </c:pt>
                <c:pt idx="216">
                  <c:v>8.2690000000000001</c:v>
                </c:pt>
                <c:pt idx="217">
                  <c:v>-2.5910000000000002</c:v>
                </c:pt>
                <c:pt idx="218">
                  <c:v>8.2789999999999999</c:v>
                </c:pt>
                <c:pt idx="219">
                  <c:v>9.2910000000000004</c:v>
                </c:pt>
                <c:pt idx="220">
                  <c:v>-2.5910000000000002</c:v>
                </c:pt>
                <c:pt idx="221">
                  <c:v>-2.246</c:v>
                </c:pt>
                <c:pt idx="222">
                  <c:v>-3.3410000000000002</c:v>
                </c:pt>
                <c:pt idx="223">
                  <c:v>-2.5910000000000002</c:v>
                </c:pt>
                <c:pt idx="224">
                  <c:v>8.2590000000000003</c:v>
                </c:pt>
                <c:pt idx="225">
                  <c:v>-2.5910000000000002</c:v>
                </c:pt>
                <c:pt idx="226">
                  <c:v>8.2289999999999992</c:v>
                </c:pt>
                <c:pt idx="227">
                  <c:v>7.548</c:v>
                </c:pt>
                <c:pt idx="228">
                  <c:v>6.6959999999999997</c:v>
                </c:pt>
                <c:pt idx="229">
                  <c:v>8.2289999999999992</c:v>
                </c:pt>
                <c:pt idx="230">
                  <c:v>8.2789999999999999</c:v>
                </c:pt>
                <c:pt idx="231">
                  <c:v>1.506</c:v>
                </c:pt>
                <c:pt idx="232">
                  <c:v>7.3789999999999996</c:v>
                </c:pt>
                <c:pt idx="233">
                  <c:v>-2.5910000000000002</c:v>
                </c:pt>
                <c:pt idx="234">
                  <c:v>-3.3410000000000002</c:v>
                </c:pt>
                <c:pt idx="235">
                  <c:v>6.6959999999999997</c:v>
                </c:pt>
                <c:pt idx="236">
                  <c:v>-2.5910000000000002</c:v>
                </c:pt>
                <c:pt idx="237">
                  <c:v>-3.3410000000000002</c:v>
                </c:pt>
                <c:pt idx="238">
                  <c:v>-2.9809999999999999</c:v>
                </c:pt>
                <c:pt idx="239">
                  <c:v>-2.9809999999999999</c:v>
                </c:pt>
                <c:pt idx="240">
                  <c:v>-2.9809999999999999</c:v>
                </c:pt>
                <c:pt idx="241">
                  <c:v>-2.9809999999999999</c:v>
                </c:pt>
                <c:pt idx="242">
                  <c:v>-2.9809999999999999</c:v>
                </c:pt>
                <c:pt idx="243">
                  <c:v>-3.3410000000000002</c:v>
                </c:pt>
                <c:pt idx="244">
                  <c:v>-2.9809999999999999</c:v>
                </c:pt>
                <c:pt idx="245">
                  <c:v>-3.3410000000000002</c:v>
                </c:pt>
                <c:pt idx="246">
                  <c:v>-0.08</c:v>
                </c:pt>
                <c:pt idx="247">
                  <c:v>-3.3410000000000002</c:v>
                </c:pt>
                <c:pt idx="248">
                  <c:v>-2.9809999999999999</c:v>
                </c:pt>
                <c:pt idx="249">
                  <c:v>1.4910000000000001</c:v>
                </c:pt>
                <c:pt idx="250">
                  <c:v>-2.9809999999999999</c:v>
                </c:pt>
                <c:pt idx="251">
                  <c:v>-3.3410000000000002</c:v>
                </c:pt>
                <c:pt idx="252">
                  <c:v>-3.3410000000000002</c:v>
                </c:pt>
                <c:pt idx="253">
                  <c:v>-3.3410000000000002</c:v>
                </c:pt>
                <c:pt idx="254">
                  <c:v>-3.3410000000000002</c:v>
                </c:pt>
                <c:pt idx="255">
                  <c:v>-3.3410000000000002</c:v>
                </c:pt>
                <c:pt idx="256">
                  <c:v>-3.3410000000000002</c:v>
                </c:pt>
                <c:pt idx="257">
                  <c:v>-3.3410000000000002</c:v>
                </c:pt>
                <c:pt idx="258">
                  <c:v>10.747999999999999</c:v>
                </c:pt>
                <c:pt idx="259">
                  <c:v>-3.3410000000000002</c:v>
                </c:pt>
                <c:pt idx="260">
                  <c:v>-3.3410000000000002</c:v>
                </c:pt>
                <c:pt idx="261">
                  <c:v>2.161</c:v>
                </c:pt>
                <c:pt idx="262">
                  <c:v>-3.3410000000000002</c:v>
                </c:pt>
                <c:pt idx="263">
                  <c:v>-3.3410000000000002</c:v>
                </c:pt>
                <c:pt idx="264">
                  <c:v>-3.3410000000000002</c:v>
                </c:pt>
                <c:pt idx="265">
                  <c:v>1.73</c:v>
                </c:pt>
                <c:pt idx="266">
                  <c:v>8.2789999999999999</c:v>
                </c:pt>
                <c:pt idx="267">
                  <c:v>8.2789999999999999</c:v>
                </c:pt>
                <c:pt idx="268">
                  <c:v>8.2789999999999999</c:v>
                </c:pt>
                <c:pt idx="269">
                  <c:v>8.2789999999999999</c:v>
                </c:pt>
                <c:pt idx="270">
                  <c:v>8.2289999999999992</c:v>
                </c:pt>
                <c:pt idx="271">
                  <c:v>8.3789999999999996</c:v>
                </c:pt>
                <c:pt idx="272">
                  <c:v>2.4420000000000002</c:v>
                </c:pt>
                <c:pt idx="273">
                  <c:v>8.2590000000000003</c:v>
                </c:pt>
                <c:pt idx="274">
                  <c:v>-2.5910000000000002</c:v>
                </c:pt>
                <c:pt idx="275">
                  <c:v>8.2789999999999999</c:v>
                </c:pt>
                <c:pt idx="276">
                  <c:v>-2.5910000000000002</c:v>
                </c:pt>
                <c:pt idx="277">
                  <c:v>-2.7909999999999999</c:v>
                </c:pt>
                <c:pt idx="278">
                  <c:v>8.2789999999999999</c:v>
                </c:pt>
                <c:pt idx="279">
                  <c:v>9.1609999999999996</c:v>
                </c:pt>
                <c:pt idx="280">
                  <c:v>-3.3410000000000002</c:v>
                </c:pt>
                <c:pt idx="281">
                  <c:v>-3.3410000000000002</c:v>
                </c:pt>
                <c:pt idx="282">
                  <c:v>-3.3410000000000002</c:v>
                </c:pt>
                <c:pt idx="283">
                  <c:v>5.2110000000000003</c:v>
                </c:pt>
                <c:pt idx="284">
                  <c:v>-3.3410000000000002</c:v>
                </c:pt>
                <c:pt idx="285">
                  <c:v>-3.3410000000000002</c:v>
                </c:pt>
                <c:pt idx="286">
                  <c:v>-3.3410000000000002</c:v>
                </c:pt>
                <c:pt idx="287">
                  <c:v>-3.3410000000000002</c:v>
                </c:pt>
                <c:pt idx="288">
                  <c:v>4.2729999999999997</c:v>
                </c:pt>
                <c:pt idx="289">
                  <c:v>6.8179999999999996</c:v>
                </c:pt>
                <c:pt idx="290">
                  <c:v>-3.3410000000000002</c:v>
                </c:pt>
                <c:pt idx="291">
                  <c:v>-3.7240000000000002</c:v>
                </c:pt>
                <c:pt idx="292">
                  <c:v>-3.3410000000000002</c:v>
                </c:pt>
                <c:pt idx="293">
                  <c:v>-4.1070000000000002</c:v>
                </c:pt>
                <c:pt idx="294">
                  <c:v>-3.3410000000000002</c:v>
                </c:pt>
                <c:pt idx="295">
                  <c:v>-3.3410000000000002</c:v>
                </c:pt>
                <c:pt idx="296">
                  <c:v>8.1150000000000002</c:v>
                </c:pt>
                <c:pt idx="297">
                  <c:v>-3.3410000000000002</c:v>
                </c:pt>
                <c:pt idx="298">
                  <c:v>2.1850000000000001</c:v>
                </c:pt>
                <c:pt idx="299">
                  <c:v>-3.3410000000000002</c:v>
                </c:pt>
                <c:pt idx="300">
                  <c:v>-4.1070000000000002</c:v>
                </c:pt>
                <c:pt idx="301">
                  <c:v>8.1150000000000002</c:v>
                </c:pt>
                <c:pt idx="302">
                  <c:v>-3.3410000000000002</c:v>
                </c:pt>
                <c:pt idx="303">
                  <c:v>-3.3410000000000002</c:v>
                </c:pt>
                <c:pt idx="304">
                  <c:v>-3.3410000000000002</c:v>
                </c:pt>
                <c:pt idx="305">
                  <c:v>-3.3410000000000002</c:v>
                </c:pt>
                <c:pt idx="306">
                  <c:v>-3.3410000000000002</c:v>
                </c:pt>
                <c:pt idx="307">
                  <c:v>8.1150000000000002</c:v>
                </c:pt>
                <c:pt idx="308">
                  <c:v>6.6589999999999998</c:v>
                </c:pt>
                <c:pt idx="309">
                  <c:v>-2.6819999999999999</c:v>
                </c:pt>
                <c:pt idx="310">
                  <c:v>-0.72699999999999998</c:v>
                </c:pt>
                <c:pt idx="311">
                  <c:v>-3.3410000000000002</c:v>
                </c:pt>
                <c:pt idx="312">
                  <c:v>-3.3410000000000002</c:v>
                </c:pt>
                <c:pt idx="313">
                  <c:v>-3.3410000000000002</c:v>
                </c:pt>
                <c:pt idx="314">
                  <c:v>3.71</c:v>
                </c:pt>
                <c:pt idx="315">
                  <c:v>-3.3410000000000002</c:v>
                </c:pt>
                <c:pt idx="316">
                  <c:v>-3.3410000000000002</c:v>
                </c:pt>
                <c:pt idx="317">
                  <c:v>-3.3410000000000002</c:v>
                </c:pt>
                <c:pt idx="318">
                  <c:v>-3.3410000000000002</c:v>
                </c:pt>
                <c:pt idx="319">
                  <c:v>-3.3410000000000002</c:v>
                </c:pt>
                <c:pt idx="320">
                  <c:v>10.475</c:v>
                </c:pt>
                <c:pt idx="321">
                  <c:v>-3.3410000000000002</c:v>
                </c:pt>
                <c:pt idx="322">
                  <c:v>5.5069999999999997</c:v>
                </c:pt>
                <c:pt idx="323">
                  <c:v>-3.3410000000000002</c:v>
                </c:pt>
                <c:pt idx="324">
                  <c:v>8.1920000000000002</c:v>
                </c:pt>
                <c:pt idx="325">
                  <c:v>-3.3410000000000002</c:v>
                </c:pt>
                <c:pt idx="326">
                  <c:v>-3.3410000000000002</c:v>
                </c:pt>
                <c:pt idx="327">
                  <c:v>-3.3410000000000002</c:v>
                </c:pt>
                <c:pt idx="328">
                  <c:v>-3.3410000000000002</c:v>
                </c:pt>
                <c:pt idx="329">
                  <c:v>19.158999999999999</c:v>
                </c:pt>
                <c:pt idx="330">
                  <c:v>-3.3410000000000002</c:v>
                </c:pt>
                <c:pt idx="331">
                  <c:v>-3.3410000000000002</c:v>
                </c:pt>
                <c:pt idx="332">
                  <c:v>-3.3410000000000002</c:v>
                </c:pt>
                <c:pt idx="333">
                  <c:v>-3.3410000000000002</c:v>
                </c:pt>
                <c:pt idx="334">
                  <c:v>-3.3410000000000002</c:v>
                </c:pt>
                <c:pt idx="335">
                  <c:v>-3.3410000000000002</c:v>
                </c:pt>
                <c:pt idx="336">
                  <c:v>-3.3410000000000002</c:v>
                </c:pt>
                <c:pt idx="337">
                  <c:v>-3.3410000000000002</c:v>
                </c:pt>
                <c:pt idx="338">
                  <c:v>-3.3410000000000002</c:v>
                </c:pt>
                <c:pt idx="339">
                  <c:v>-3.3410000000000002</c:v>
                </c:pt>
                <c:pt idx="340">
                  <c:v>0.55400000000000005</c:v>
                </c:pt>
                <c:pt idx="341">
                  <c:v>-3.3410000000000002</c:v>
                </c:pt>
                <c:pt idx="342">
                  <c:v>-3.3410000000000002</c:v>
                </c:pt>
                <c:pt idx="343">
                  <c:v>-3.3410000000000002</c:v>
                </c:pt>
                <c:pt idx="344">
                  <c:v>-3.3410000000000002</c:v>
                </c:pt>
                <c:pt idx="345">
                  <c:v>-3.3410000000000002</c:v>
                </c:pt>
                <c:pt idx="346">
                  <c:v>-3.3410000000000002</c:v>
                </c:pt>
                <c:pt idx="347">
                  <c:v>-3.3410000000000002</c:v>
                </c:pt>
                <c:pt idx="348">
                  <c:v>-3.3410000000000002</c:v>
                </c:pt>
                <c:pt idx="349">
                  <c:v>-3.3410000000000002</c:v>
                </c:pt>
                <c:pt idx="350">
                  <c:v>-3.3410000000000002</c:v>
                </c:pt>
                <c:pt idx="351">
                  <c:v>-3.3410000000000002</c:v>
                </c:pt>
                <c:pt idx="352">
                  <c:v>-3.3410000000000002</c:v>
                </c:pt>
                <c:pt idx="353">
                  <c:v>-3.3410000000000002</c:v>
                </c:pt>
                <c:pt idx="354">
                  <c:v>-3.3410000000000002</c:v>
                </c:pt>
                <c:pt idx="355">
                  <c:v>-3.3410000000000002</c:v>
                </c:pt>
                <c:pt idx="356">
                  <c:v>-3.3410000000000002</c:v>
                </c:pt>
                <c:pt idx="357">
                  <c:v>-3.3410000000000002</c:v>
                </c:pt>
                <c:pt idx="358">
                  <c:v>-3.3410000000000002</c:v>
                </c:pt>
                <c:pt idx="359">
                  <c:v>-3.3410000000000002</c:v>
                </c:pt>
                <c:pt idx="360">
                  <c:v>-3.3410000000000002</c:v>
                </c:pt>
                <c:pt idx="361">
                  <c:v>-3.3410000000000002</c:v>
                </c:pt>
                <c:pt idx="362">
                  <c:v>-3.3410000000000002</c:v>
                </c:pt>
                <c:pt idx="363">
                  <c:v>2.2989999999999999</c:v>
                </c:pt>
                <c:pt idx="364">
                  <c:v>-0.222</c:v>
                </c:pt>
                <c:pt idx="365">
                  <c:v>-0.112</c:v>
                </c:pt>
                <c:pt idx="366">
                  <c:v>12.721</c:v>
                </c:pt>
                <c:pt idx="367">
                  <c:v>10.58</c:v>
                </c:pt>
                <c:pt idx="368">
                  <c:v>-3.3410000000000002</c:v>
                </c:pt>
                <c:pt idx="369">
                  <c:v>-3.3410000000000002</c:v>
                </c:pt>
                <c:pt idx="370">
                  <c:v>-3.3410000000000002</c:v>
                </c:pt>
                <c:pt idx="371">
                  <c:v>-3.3410000000000002</c:v>
                </c:pt>
                <c:pt idx="372">
                  <c:v>-3.3410000000000002</c:v>
                </c:pt>
                <c:pt idx="373">
                  <c:v>-3.3410000000000002</c:v>
                </c:pt>
                <c:pt idx="374">
                  <c:v>-3.3410000000000002</c:v>
                </c:pt>
                <c:pt idx="375">
                  <c:v>-3.3410000000000002</c:v>
                </c:pt>
                <c:pt idx="376">
                  <c:v>7.3310000000000004</c:v>
                </c:pt>
                <c:pt idx="377">
                  <c:v>-3.3410000000000002</c:v>
                </c:pt>
                <c:pt idx="378">
                  <c:v>6.87</c:v>
                </c:pt>
                <c:pt idx="379">
                  <c:v>2.6589999999999998</c:v>
                </c:pt>
                <c:pt idx="380">
                  <c:v>-3.3410000000000002</c:v>
                </c:pt>
                <c:pt idx="381">
                  <c:v>4.3120000000000003</c:v>
                </c:pt>
                <c:pt idx="382">
                  <c:v>-3.3410000000000002</c:v>
                </c:pt>
                <c:pt idx="383">
                  <c:v>-3.3410000000000002</c:v>
                </c:pt>
                <c:pt idx="384">
                  <c:v>-3.3410000000000002</c:v>
                </c:pt>
                <c:pt idx="385">
                  <c:v>-3.3410000000000002</c:v>
                </c:pt>
                <c:pt idx="386">
                  <c:v>-3.3410000000000002</c:v>
                </c:pt>
                <c:pt idx="387">
                  <c:v>-3.3410000000000002</c:v>
                </c:pt>
                <c:pt idx="388">
                  <c:v>-3.3410000000000002</c:v>
                </c:pt>
                <c:pt idx="389">
                  <c:v>4.5129999999999999</c:v>
                </c:pt>
                <c:pt idx="390">
                  <c:v>-3.3410000000000002</c:v>
                </c:pt>
                <c:pt idx="391">
                  <c:v>12.657</c:v>
                </c:pt>
                <c:pt idx="392">
                  <c:v>-3.3410000000000002</c:v>
                </c:pt>
                <c:pt idx="393">
                  <c:v>-3.3410000000000002</c:v>
                </c:pt>
                <c:pt idx="394">
                  <c:v>-3.3410000000000002</c:v>
                </c:pt>
                <c:pt idx="395">
                  <c:v>-3.3410000000000002</c:v>
                </c:pt>
                <c:pt idx="396">
                  <c:v>-3.3410000000000002</c:v>
                </c:pt>
                <c:pt idx="397">
                  <c:v>-3.3410000000000002</c:v>
                </c:pt>
                <c:pt idx="398">
                  <c:v>-3.3410000000000002</c:v>
                </c:pt>
                <c:pt idx="399">
                  <c:v>-2.3319999999999999</c:v>
                </c:pt>
                <c:pt idx="400">
                  <c:v>-2.3319999999999999</c:v>
                </c:pt>
                <c:pt idx="401">
                  <c:v>-3.3410000000000002</c:v>
                </c:pt>
                <c:pt idx="402">
                  <c:v>-3.3410000000000002</c:v>
                </c:pt>
                <c:pt idx="403">
                  <c:v>-2.383</c:v>
                </c:pt>
                <c:pt idx="404">
                  <c:v>-3.3410000000000002</c:v>
                </c:pt>
                <c:pt idx="405">
                  <c:v>6.43</c:v>
                </c:pt>
                <c:pt idx="406">
                  <c:v>-3.3410000000000002</c:v>
                </c:pt>
                <c:pt idx="407">
                  <c:v>-3.3410000000000002</c:v>
                </c:pt>
                <c:pt idx="408">
                  <c:v>-3.3410000000000002</c:v>
                </c:pt>
                <c:pt idx="409">
                  <c:v>-3.3410000000000002</c:v>
                </c:pt>
                <c:pt idx="410">
                  <c:v>-3.3410000000000002</c:v>
                </c:pt>
                <c:pt idx="411">
                  <c:v>11.747</c:v>
                </c:pt>
                <c:pt idx="412">
                  <c:v>-3.3410000000000002</c:v>
                </c:pt>
                <c:pt idx="413">
                  <c:v>-3.3410000000000002</c:v>
                </c:pt>
                <c:pt idx="414">
                  <c:v>-3.3410000000000002</c:v>
                </c:pt>
                <c:pt idx="415">
                  <c:v>-3.3410000000000002</c:v>
                </c:pt>
                <c:pt idx="416">
                  <c:v>-3.3410000000000002</c:v>
                </c:pt>
                <c:pt idx="417">
                  <c:v>-3.3410000000000002</c:v>
                </c:pt>
                <c:pt idx="418">
                  <c:v>-3.3410000000000002</c:v>
                </c:pt>
                <c:pt idx="419">
                  <c:v>-3.3410000000000002</c:v>
                </c:pt>
                <c:pt idx="420">
                  <c:v>2.742</c:v>
                </c:pt>
                <c:pt idx="421">
                  <c:v>-3.3410000000000002</c:v>
                </c:pt>
                <c:pt idx="422">
                  <c:v>-3.3410000000000002</c:v>
                </c:pt>
                <c:pt idx="423">
                  <c:v>-3.3410000000000002</c:v>
                </c:pt>
                <c:pt idx="424">
                  <c:v>-3.3410000000000002</c:v>
                </c:pt>
                <c:pt idx="425">
                  <c:v>-3.3410000000000002</c:v>
                </c:pt>
                <c:pt idx="426">
                  <c:v>-3.3410000000000002</c:v>
                </c:pt>
                <c:pt idx="427">
                  <c:v>-3.3410000000000002</c:v>
                </c:pt>
                <c:pt idx="428">
                  <c:v>-3.0779999999999998</c:v>
                </c:pt>
                <c:pt idx="429">
                  <c:v>-3.3410000000000002</c:v>
                </c:pt>
                <c:pt idx="430">
                  <c:v>-1.306</c:v>
                </c:pt>
                <c:pt idx="431">
                  <c:v>-3.3410000000000002</c:v>
                </c:pt>
                <c:pt idx="432">
                  <c:v>-3.4980000000000002</c:v>
                </c:pt>
                <c:pt idx="433">
                  <c:v>-0.73499999999999999</c:v>
                </c:pt>
                <c:pt idx="434">
                  <c:v>-2.1789999999999998</c:v>
                </c:pt>
                <c:pt idx="435">
                  <c:v>-3.3410000000000002</c:v>
                </c:pt>
                <c:pt idx="436">
                  <c:v>-3.3410000000000002</c:v>
                </c:pt>
                <c:pt idx="437">
                  <c:v>-3.3410000000000002</c:v>
                </c:pt>
                <c:pt idx="438">
                  <c:v>3.9420000000000002</c:v>
                </c:pt>
                <c:pt idx="439">
                  <c:v>-3.3410000000000002</c:v>
                </c:pt>
                <c:pt idx="440">
                  <c:v>-3.3410000000000002</c:v>
                </c:pt>
                <c:pt idx="441">
                  <c:v>-3.3410000000000002</c:v>
                </c:pt>
                <c:pt idx="442">
                  <c:v>-3.3410000000000002</c:v>
                </c:pt>
                <c:pt idx="443">
                  <c:v>-3.3410000000000002</c:v>
                </c:pt>
                <c:pt idx="444">
                  <c:v>-3.3410000000000002</c:v>
                </c:pt>
                <c:pt idx="445">
                  <c:v>10.954000000000001</c:v>
                </c:pt>
                <c:pt idx="446">
                  <c:v>2.1589999999999998</c:v>
                </c:pt>
                <c:pt idx="447">
                  <c:v>-3.3410000000000002</c:v>
                </c:pt>
                <c:pt idx="448">
                  <c:v>-3.3410000000000002</c:v>
                </c:pt>
                <c:pt idx="449">
                  <c:v>-3.3410000000000002</c:v>
                </c:pt>
                <c:pt idx="450">
                  <c:v>3.923</c:v>
                </c:pt>
                <c:pt idx="451">
                  <c:v>-3.3410000000000002</c:v>
                </c:pt>
                <c:pt idx="452">
                  <c:v>0.41199999999999998</c:v>
                </c:pt>
                <c:pt idx="453">
                  <c:v>-3.3410000000000002</c:v>
                </c:pt>
                <c:pt idx="454">
                  <c:v>-3.3410000000000002</c:v>
                </c:pt>
                <c:pt idx="455">
                  <c:v>-3.3410000000000002</c:v>
                </c:pt>
                <c:pt idx="456">
                  <c:v>-3.3410000000000002</c:v>
                </c:pt>
                <c:pt idx="457">
                  <c:v>-3.3410000000000002</c:v>
                </c:pt>
                <c:pt idx="458">
                  <c:v>-2.5910000000000002</c:v>
                </c:pt>
                <c:pt idx="459">
                  <c:v>-2.5910000000000002</c:v>
                </c:pt>
                <c:pt idx="460">
                  <c:v>6.6589999999999998</c:v>
                </c:pt>
                <c:pt idx="461">
                  <c:v>12.759</c:v>
                </c:pt>
                <c:pt idx="462">
                  <c:v>-2.246</c:v>
                </c:pt>
                <c:pt idx="463">
                  <c:v>-3.3410000000000002</c:v>
                </c:pt>
                <c:pt idx="464">
                  <c:v>11.409000000000001</c:v>
                </c:pt>
                <c:pt idx="465">
                  <c:v>-3.3410000000000002</c:v>
                </c:pt>
                <c:pt idx="466">
                  <c:v>-2.5910000000000002</c:v>
                </c:pt>
                <c:pt idx="467">
                  <c:v>-2.5910000000000002</c:v>
                </c:pt>
                <c:pt idx="468">
                  <c:v>-2.5910000000000002</c:v>
                </c:pt>
                <c:pt idx="469">
                  <c:v>-3.3410000000000002</c:v>
                </c:pt>
                <c:pt idx="470">
                  <c:v>-2.5910000000000002</c:v>
                </c:pt>
                <c:pt idx="471">
                  <c:v>-2.5910000000000002</c:v>
                </c:pt>
                <c:pt idx="472">
                  <c:v>-2.5910000000000002</c:v>
                </c:pt>
                <c:pt idx="473">
                  <c:v>-3.3410000000000002</c:v>
                </c:pt>
                <c:pt idx="474">
                  <c:v>0.54900000000000004</c:v>
                </c:pt>
                <c:pt idx="475">
                  <c:v>-2.5910000000000002</c:v>
                </c:pt>
                <c:pt idx="476">
                  <c:v>2.161</c:v>
                </c:pt>
                <c:pt idx="477">
                  <c:v>-2.5910000000000002</c:v>
                </c:pt>
                <c:pt idx="478">
                  <c:v>-2.5910000000000002</c:v>
                </c:pt>
                <c:pt idx="479">
                  <c:v>-2.5910000000000002</c:v>
                </c:pt>
                <c:pt idx="480">
                  <c:v>-2.5910000000000002</c:v>
                </c:pt>
                <c:pt idx="481">
                  <c:v>2.1840000000000002</c:v>
                </c:pt>
                <c:pt idx="482">
                  <c:v>-2.5910000000000002</c:v>
                </c:pt>
                <c:pt idx="483">
                  <c:v>-2.5910000000000002</c:v>
                </c:pt>
                <c:pt idx="484">
                  <c:v>-2.5910000000000002</c:v>
                </c:pt>
                <c:pt idx="485">
                  <c:v>-2.5910000000000002</c:v>
                </c:pt>
                <c:pt idx="486">
                  <c:v>-2.5910000000000002</c:v>
                </c:pt>
                <c:pt idx="487">
                  <c:v>-0.5</c:v>
                </c:pt>
                <c:pt idx="488">
                  <c:v>-0.5</c:v>
                </c:pt>
                <c:pt idx="489">
                  <c:v>-0.5</c:v>
                </c:pt>
                <c:pt idx="490">
                  <c:v>-0.5</c:v>
                </c:pt>
                <c:pt idx="491">
                  <c:v>-0.5</c:v>
                </c:pt>
                <c:pt idx="492">
                  <c:v>-0.5</c:v>
                </c:pt>
                <c:pt idx="493">
                  <c:v>-0.5</c:v>
                </c:pt>
                <c:pt idx="494">
                  <c:v>-0.5</c:v>
                </c:pt>
                <c:pt idx="495">
                  <c:v>-0.5</c:v>
                </c:pt>
                <c:pt idx="496">
                  <c:v>-0.5</c:v>
                </c:pt>
                <c:pt idx="497">
                  <c:v>-0.56000000000000005</c:v>
                </c:pt>
                <c:pt idx="498">
                  <c:v>-0.5</c:v>
                </c:pt>
                <c:pt idx="499">
                  <c:v>-0.5</c:v>
                </c:pt>
                <c:pt idx="500">
                  <c:v>-0.5</c:v>
                </c:pt>
                <c:pt idx="501">
                  <c:v>-0.312</c:v>
                </c:pt>
                <c:pt idx="502">
                  <c:v>-0.5</c:v>
                </c:pt>
                <c:pt idx="503">
                  <c:v>-0.5</c:v>
                </c:pt>
                <c:pt idx="504">
                  <c:v>-0.5</c:v>
                </c:pt>
                <c:pt idx="505">
                  <c:v>-0.5</c:v>
                </c:pt>
                <c:pt idx="506">
                  <c:v>-0.5</c:v>
                </c:pt>
                <c:pt idx="507">
                  <c:v>-0.56000000000000005</c:v>
                </c:pt>
                <c:pt idx="508">
                  <c:v>-0.5</c:v>
                </c:pt>
                <c:pt idx="509">
                  <c:v>-0.5</c:v>
                </c:pt>
                <c:pt idx="510">
                  <c:v>-0.5</c:v>
                </c:pt>
                <c:pt idx="511">
                  <c:v>-0.5</c:v>
                </c:pt>
                <c:pt idx="512">
                  <c:v>-0.5</c:v>
                </c:pt>
                <c:pt idx="513">
                  <c:v>12.561</c:v>
                </c:pt>
                <c:pt idx="514">
                  <c:v>-0.56000000000000005</c:v>
                </c:pt>
                <c:pt idx="515">
                  <c:v>-2.1339999999999999</c:v>
                </c:pt>
                <c:pt idx="516">
                  <c:v>-1.86</c:v>
                </c:pt>
                <c:pt idx="517">
                  <c:v>0.94599999999999995</c:v>
                </c:pt>
                <c:pt idx="518">
                  <c:v>-0.56000000000000005</c:v>
                </c:pt>
                <c:pt idx="519">
                  <c:v>-0.5</c:v>
                </c:pt>
                <c:pt idx="520">
                  <c:v>-0.5</c:v>
                </c:pt>
                <c:pt idx="521">
                  <c:v>-3.7679999999999998</c:v>
                </c:pt>
                <c:pt idx="522">
                  <c:v>-0.5</c:v>
                </c:pt>
                <c:pt idx="523">
                  <c:v>12.561</c:v>
                </c:pt>
                <c:pt idx="524">
                  <c:v>12.561</c:v>
                </c:pt>
                <c:pt idx="525">
                  <c:v>-0.5</c:v>
                </c:pt>
                <c:pt idx="526">
                  <c:v>-0.5</c:v>
                </c:pt>
                <c:pt idx="527">
                  <c:v>-0.5</c:v>
                </c:pt>
                <c:pt idx="528">
                  <c:v>-0.5</c:v>
                </c:pt>
                <c:pt idx="529">
                  <c:v>-0.5</c:v>
                </c:pt>
                <c:pt idx="530">
                  <c:v>-0.5</c:v>
                </c:pt>
                <c:pt idx="531">
                  <c:v>-0.5</c:v>
                </c:pt>
                <c:pt idx="532">
                  <c:v>-0.5</c:v>
                </c:pt>
                <c:pt idx="533">
                  <c:v>-0.5</c:v>
                </c:pt>
                <c:pt idx="534">
                  <c:v>-0.56000000000000005</c:v>
                </c:pt>
                <c:pt idx="535">
                  <c:v>-0.5</c:v>
                </c:pt>
                <c:pt idx="536">
                  <c:v>-0.5</c:v>
                </c:pt>
                <c:pt idx="537">
                  <c:v>-0.5</c:v>
                </c:pt>
                <c:pt idx="538">
                  <c:v>-0.5</c:v>
                </c:pt>
                <c:pt idx="539">
                  <c:v>-0.5</c:v>
                </c:pt>
                <c:pt idx="540">
                  <c:v>-0.5</c:v>
                </c:pt>
                <c:pt idx="541">
                  <c:v>-0.5</c:v>
                </c:pt>
                <c:pt idx="542">
                  <c:v>-0.5</c:v>
                </c:pt>
                <c:pt idx="543">
                  <c:v>-0.5</c:v>
                </c:pt>
                <c:pt idx="544">
                  <c:v>-0.5</c:v>
                </c:pt>
                <c:pt idx="545">
                  <c:v>-0.5</c:v>
                </c:pt>
                <c:pt idx="546">
                  <c:v>-0.5</c:v>
                </c:pt>
                <c:pt idx="547">
                  <c:v>-0.5</c:v>
                </c:pt>
                <c:pt idx="548">
                  <c:v>-0.5</c:v>
                </c:pt>
                <c:pt idx="549">
                  <c:v>-0.5</c:v>
                </c:pt>
                <c:pt idx="550">
                  <c:v>-0.5</c:v>
                </c:pt>
                <c:pt idx="551">
                  <c:v>-0.5</c:v>
                </c:pt>
                <c:pt idx="552">
                  <c:v>-0.5</c:v>
                </c:pt>
                <c:pt idx="553">
                  <c:v>8.5000000000000006E-2</c:v>
                </c:pt>
                <c:pt idx="554">
                  <c:v>4.1399999999999997</c:v>
                </c:pt>
                <c:pt idx="555">
                  <c:v>-0.5</c:v>
                </c:pt>
                <c:pt idx="556">
                  <c:v>-0.5</c:v>
                </c:pt>
                <c:pt idx="557">
                  <c:v>-0.5</c:v>
                </c:pt>
                <c:pt idx="558">
                  <c:v>-0.5</c:v>
                </c:pt>
                <c:pt idx="559">
                  <c:v>-0.5</c:v>
                </c:pt>
                <c:pt idx="560">
                  <c:v>-0.5</c:v>
                </c:pt>
                <c:pt idx="561">
                  <c:v>-3.427</c:v>
                </c:pt>
                <c:pt idx="562">
                  <c:v>-0.5</c:v>
                </c:pt>
                <c:pt idx="563">
                  <c:v>-0.5</c:v>
                </c:pt>
                <c:pt idx="564">
                  <c:v>-0.5</c:v>
                </c:pt>
                <c:pt idx="565">
                  <c:v>2.4609999999999999</c:v>
                </c:pt>
                <c:pt idx="566">
                  <c:v>-1.036</c:v>
                </c:pt>
                <c:pt idx="567">
                  <c:v>6.8310000000000004</c:v>
                </c:pt>
                <c:pt idx="568">
                  <c:v>-1.036</c:v>
                </c:pt>
                <c:pt idx="569">
                  <c:v>-1.036</c:v>
                </c:pt>
                <c:pt idx="570">
                  <c:v>2.5190000000000001</c:v>
                </c:pt>
                <c:pt idx="571">
                  <c:v>-1.036</c:v>
                </c:pt>
                <c:pt idx="572">
                  <c:v>-8.4990000000000006</c:v>
                </c:pt>
                <c:pt idx="573">
                  <c:v>-1.036</c:v>
                </c:pt>
                <c:pt idx="574">
                  <c:v>6.8310000000000004</c:v>
                </c:pt>
                <c:pt idx="575">
                  <c:v>-1.036</c:v>
                </c:pt>
                <c:pt idx="576">
                  <c:v>6.8310000000000004</c:v>
                </c:pt>
                <c:pt idx="577">
                  <c:v>-1.036</c:v>
                </c:pt>
                <c:pt idx="578">
                  <c:v>-1.036</c:v>
                </c:pt>
                <c:pt idx="579">
                  <c:v>-1.036</c:v>
                </c:pt>
                <c:pt idx="580">
                  <c:v>-1.036</c:v>
                </c:pt>
                <c:pt idx="581">
                  <c:v>-1.036</c:v>
                </c:pt>
                <c:pt idx="582">
                  <c:v>-1.036</c:v>
                </c:pt>
                <c:pt idx="583">
                  <c:v>-1.036</c:v>
                </c:pt>
                <c:pt idx="584">
                  <c:v>-1.036</c:v>
                </c:pt>
                <c:pt idx="585">
                  <c:v>-7.5309999999999997</c:v>
                </c:pt>
                <c:pt idx="586">
                  <c:v>8.8960000000000008</c:v>
                </c:pt>
                <c:pt idx="587">
                  <c:v>-7.9489999999999998</c:v>
                </c:pt>
                <c:pt idx="588">
                  <c:v>-7.9489999999999998</c:v>
                </c:pt>
                <c:pt idx="589">
                  <c:v>-7.9489999999999998</c:v>
                </c:pt>
                <c:pt idx="590">
                  <c:v>8.8960000000000008</c:v>
                </c:pt>
                <c:pt idx="591">
                  <c:v>3.3940000000000001</c:v>
                </c:pt>
                <c:pt idx="592">
                  <c:v>3.2919999999999998</c:v>
                </c:pt>
                <c:pt idx="593">
                  <c:v>3.9750000000000001</c:v>
                </c:pt>
                <c:pt idx="594">
                  <c:v>3.996</c:v>
                </c:pt>
                <c:pt idx="595">
                  <c:v>3.4249999999999998</c:v>
                </c:pt>
                <c:pt idx="596">
                  <c:v>3.1949999999999998</c:v>
                </c:pt>
                <c:pt idx="597">
                  <c:v>3.5720000000000001</c:v>
                </c:pt>
                <c:pt idx="598">
                  <c:v>3.0750000000000002</c:v>
                </c:pt>
                <c:pt idx="599">
                  <c:v>4.6440000000000001</c:v>
                </c:pt>
                <c:pt idx="600">
                  <c:v>8.8960000000000008</c:v>
                </c:pt>
                <c:pt idx="601">
                  <c:v>-0.53</c:v>
                </c:pt>
                <c:pt idx="602">
                  <c:v>-9.0980000000000008</c:v>
                </c:pt>
                <c:pt idx="603">
                  <c:v>8.8960000000000008</c:v>
                </c:pt>
                <c:pt idx="604">
                  <c:v>-9.0980000000000008</c:v>
                </c:pt>
                <c:pt idx="605">
                  <c:v>2.1669999999999998</c:v>
                </c:pt>
                <c:pt idx="606">
                  <c:v>-5.96</c:v>
                </c:pt>
                <c:pt idx="607">
                  <c:v>8.8960000000000008</c:v>
                </c:pt>
                <c:pt idx="608">
                  <c:v>-4.5620000000000003</c:v>
                </c:pt>
                <c:pt idx="609">
                  <c:v>8.8960000000000008</c:v>
                </c:pt>
                <c:pt idx="610">
                  <c:v>-9.0980000000000008</c:v>
                </c:pt>
                <c:pt idx="611">
                  <c:v>-9.0980000000000008</c:v>
                </c:pt>
                <c:pt idx="612">
                  <c:v>-9.0980000000000008</c:v>
                </c:pt>
                <c:pt idx="613">
                  <c:v>8.8960000000000008</c:v>
                </c:pt>
                <c:pt idx="614">
                  <c:v>-9.0980000000000008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0.89400000000000002</c:v>
                </c:pt>
                <c:pt idx="623">
                  <c:v>-8.8999999999999996E-2</c:v>
                </c:pt>
                <c:pt idx="624">
                  <c:v>-8.8999999999999996E-2</c:v>
                </c:pt>
                <c:pt idx="625">
                  <c:v>-8.8999999999999996E-2</c:v>
                </c:pt>
                <c:pt idx="626">
                  <c:v>-8.8999999999999996E-2</c:v>
                </c:pt>
                <c:pt idx="627">
                  <c:v>-8.8999999999999996E-2</c:v>
                </c:pt>
                <c:pt idx="628">
                  <c:v>-8.8999999999999996E-2</c:v>
                </c:pt>
                <c:pt idx="629">
                  <c:v>-8.8999999999999996E-2</c:v>
                </c:pt>
                <c:pt idx="630">
                  <c:v>-8.8999999999999996E-2</c:v>
                </c:pt>
                <c:pt idx="631">
                  <c:v>-8.8999999999999996E-2</c:v>
                </c:pt>
                <c:pt idx="632">
                  <c:v>-8.8999999999999996E-2</c:v>
                </c:pt>
                <c:pt idx="633">
                  <c:v>3.427</c:v>
                </c:pt>
                <c:pt idx="634">
                  <c:v>-4.234</c:v>
                </c:pt>
                <c:pt idx="635">
                  <c:v>0.80800000000000005</c:v>
                </c:pt>
                <c:pt idx="636">
                  <c:v>0.86299999999999999</c:v>
                </c:pt>
                <c:pt idx="637">
                  <c:v>-0.44700000000000001</c:v>
                </c:pt>
                <c:pt idx="638">
                  <c:v>0.86299999999999999</c:v>
                </c:pt>
                <c:pt idx="639">
                  <c:v>-1.4530000000000001</c:v>
                </c:pt>
                <c:pt idx="640">
                  <c:v>0.58699999999999997</c:v>
                </c:pt>
                <c:pt idx="641">
                  <c:v>0.42699999999999999</c:v>
                </c:pt>
                <c:pt idx="642">
                  <c:v>3.9E-2</c:v>
                </c:pt>
                <c:pt idx="643">
                  <c:v>-1.3440000000000001</c:v>
                </c:pt>
                <c:pt idx="644">
                  <c:v>0.38700000000000001</c:v>
                </c:pt>
                <c:pt idx="645">
                  <c:v>3.9E-2</c:v>
                </c:pt>
                <c:pt idx="646">
                  <c:v>3.9E-2</c:v>
                </c:pt>
                <c:pt idx="647">
                  <c:v>-0.82099999999999995</c:v>
                </c:pt>
                <c:pt idx="648">
                  <c:v>-0.82099999999999995</c:v>
                </c:pt>
                <c:pt idx="649">
                  <c:v>-0.82099999999999995</c:v>
                </c:pt>
                <c:pt idx="650">
                  <c:v>-0.82099999999999995</c:v>
                </c:pt>
                <c:pt idx="651">
                  <c:v>-0.82099999999999995</c:v>
                </c:pt>
                <c:pt idx="652">
                  <c:v>-0.82099999999999995</c:v>
                </c:pt>
                <c:pt idx="653">
                  <c:v>6.0270000000000001</c:v>
                </c:pt>
                <c:pt idx="654">
                  <c:v>-0.82099999999999995</c:v>
                </c:pt>
                <c:pt idx="655">
                  <c:v>-0.82099999999999995</c:v>
                </c:pt>
                <c:pt idx="656">
                  <c:v>-0.82099999999999995</c:v>
                </c:pt>
                <c:pt idx="657">
                  <c:v>-0.82099999999999995</c:v>
                </c:pt>
                <c:pt idx="658">
                  <c:v>-0.82099999999999995</c:v>
                </c:pt>
                <c:pt idx="659">
                  <c:v>-0.82099999999999995</c:v>
                </c:pt>
                <c:pt idx="660">
                  <c:v>-0.82099999999999995</c:v>
                </c:pt>
                <c:pt idx="661">
                  <c:v>-0.82099999999999995</c:v>
                </c:pt>
                <c:pt idx="662">
                  <c:v>-0.82099999999999995</c:v>
                </c:pt>
                <c:pt idx="663">
                  <c:v>-0.82099999999999995</c:v>
                </c:pt>
                <c:pt idx="664">
                  <c:v>-0.82099999999999995</c:v>
                </c:pt>
                <c:pt idx="665">
                  <c:v>-0.82099999999999995</c:v>
                </c:pt>
                <c:pt idx="666">
                  <c:v>-0.82099999999999995</c:v>
                </c:pt>
                <c:pt idx="667">
                  <c:v>-0.82099999999999995</c:v>
                </c:pt>
                <c:pt idx="668">
                  <c:v>-0.82099999999999995</c:v>
                </c:pt>
                <c:pt idx="669">
                  <c:v>-0.82099999999999995</c:v>
                </c:pt>
                <c:pt idx="670">
                  <c:v>-0.82099999999999995</c:v>
                </c:pt>
                <c:pt idx="671">
                  <c:v>-0.82099999999999995</c:v>
                </c:pt>
                <c:pt idx="672">
                  <c:v>-0.82099999999999995</c:v>
                </c:pt>
                <c:pt idx="673">
                  <c:v>-0.82099999999999995</c:v>
                </c:pt>
                <c:pt idx="674">
                  <c:v>-0.82099999999999995</c:v>
                </c:pt>
                <c:pt idx="675">
                  <c:v>-0.82099999999999995</c:v>
                </c:pt>
                <c:pt idx="676">
                  <c:v>-0.82099999999999995</c:v>
                </c:pt>
                <c:pt idx="677">
                  <c:v>-0.82099999999999995</c:v>
                </c:pt>
                <c:pt idx="678">
                  <c:v>-0.82099999999999995</c:v>
                </c:pt>
                <c:pt idx="679">
                  <c:v>-0.82099999999999995</c:v>
                </c:pt>
                <c:pt idx="680">
                  <c:v>3.4940000000000002</c:v>
                </c:pt>
                <c:pt idx="681">
                  <c:v>-0.82099999999999995</c:v>
                </c:pt>
                <c:pt idx="682">
                  <c:v>3.4169999999999998</c:v>
                </c:pt>
                <c:pt idx="683">
                  <c:v>3.4940000000000002</c:v>
                </c:pt>
                <c:pt idx="684">
                  <c:v>3.4940000000000002</c:v>
                </c:pt>
                <c:pt idx="685">
                  <c:v>3.4940000000000002</c:v>
                </c:pt>
                <c:pt idx="686">
                  <c:v>3.4940000000000002</c:v>
                </c:pt>
                <c:pt idx="687">
                  <c:v>-0.82099999999999995</c:v>
                </c:pt>
                <c:pt idx="688">
                  <c:v>-0.82099999999999995</c:v>
                </c:pt>
                <c:pt idx="689">
                  <c:v>-0.82099999999999995</c:v>
                </c:pt>
                <c:pt idx="690">
                  <c:v>-0.82099999999999995</c:v>
                </c:pt>
                <c:pt idx="691">
                  <c:v>3.4940000000000002</c:v>
                </c:pt>
                <c:pt idx="692">
                  <c:v>-0.82099999999999995</c:v>
                </c:pt>
                <c:pt idx="693">
                  <c:v>-0.82099999999999995</c:v>
                </c:pt>
                <c:pt idx="694">
                  <c:v>3.4940000000000002</c:v>
                </c:pt>
                <c:pt idx="695">
                  <c:v>-0.82099999999999995</c:v>
                </c:pt>
                <c:pt idx="696">
                  <c:v>-0.82099999999999995</c:v>
                </c:pt>
                <c:pt idx="697">
                  <c:v>-0.82099999999999995</c:v>
                </c:pt>
                <c:pt idx="698">
                  <c:v>-0.82099999999999995</c:v>
                </c:pt>
                <c:pt idx="699">
                  <c:v>-0.82099999999999995</c:v>
                </c:pt>
                <c:pt idx="700">
                  <c:v>-0.82099999999999995</c:v>
                </c:pt>
                <c:pt idx="701">
                  <c:v>3.4940000000000002</c:v>
                </c:pt>
                <c:pt idx="702">
                  <c:v>-0.82099999999999995</c:v>
                </c:pt>
                <c:pt idx="703">
                  <c:v>-0.82099999999999995</c:v>
                </c:pt>
                <c:pt idx="704">
                  <c:v>-0.82099999999999995</c:v>
                </c:pt>
                <c:pt idx="705">
                  <c:v>-0.82099999999999995</c:v>
                </c:pt>
                <c:pt idx="706">
                  <c:v>-0.82099999999999995</c:v>
                </c:pt>
                <c:pt idx="707">
                  <c:v>-0.82099999999999995</c:v>
                </c:pt>
                <c:pt idx="708">
                  <c:v>-0.82099999999999995</c:v>
                </c:pt>
                <c:pt idx="709">
                  <c:v>-0.82099999999999995</c:v>
                </c:pt>
                <c:pt idx="710">
                  <c:v>-0.82099999999999995</c:v>
                </c:pt>
                <c:pt idx="711">
                  <c:v>-0.82099999999999995</c:v>
                </c:pt>
                <c:pt idx="712">
                  <c:v>-0.82099999999999995</c:v>
                </c:pt>
                <c:pt idx="713">
                  <c:v>-0.82099999999999995</c:v>
                </c:pt>
                <c:pt idx="714">
                  <c:v>-0.82099999999999995</c:v>
                </c:pt>
                <c:pt idx="715">
                  <c:v>-0.82099999999999995</c:v>
                </c:pt>
                <c:pt idx="716">
                  <c:v>-0.82099999999999995</c:v>
                </c:pt>
                <c:pt idx="717">
                  <c:v>-0.82099999999999995</c:v>
                </c:pt>
                <c:pt idx="718">
                  <c:v>-0.82099999999999995</c:v>
                </c:pt>
                <c:pt idx="719">
                  <c:v>-0.82099999999999995</c:v>
                </c:pt>
                <c:pt idx="720">
                  <c:v>-0.82099999999999995</c:v>
                </c:pt>
                <c:pt idx="721">
                  <c:v>-0.82099999999999995</c:v>
                </c:pt>
                <c:pt idx="722">
                  <c:v>-0.82099999999999995</c:v>
                </c:pt>
                <c:pt idx="723">
                  <c:v>-0.82099999999999995</c:v>
                </c:pt>
                <c:pt idx="724">
                  <c:v>-0.82099999999999995</c:v>
                </c:pt>
                <c:pt idx="725">
                  <c:v>-0.82099999999999995</c:v>
                </c:pt>
                <c:pt idx="726">
                  <c:v>-0.82099999999999995</c:v>
                </c:pt>
                <c:pt idx="727">
                  <c:v>-0.82099999999999995</c:v>
                </c:pt>
                <c:pt idx="728">
                  <c:v>-0.82099999999999995</c:v>
                </c:pt>
                <c:pt idx="729">
                  <c:v>-0.82099999999999995</c:v>
                </c:pt>
                <c:pt idx="730">
                  <c:v>-0.82099999999999995</c:v>
                </c:pt>
                <c:pt idx="731">
                  <c:v>-0.82099999999999995</c:v>
                </c:pt>
                <c:pt idx="732">
                  <c:v>-0.82099999999999995</c:v>
                </c:pt>
                <c:pt idx="733">
                  <c:v>-0.82099999999999995</c:v>
                </c:pt>
                <c:pt idx="734">
                  <c:v>-0.82099999999999995</c:v>
                </c:pt>
                <c:pt idx="735">
                  <c:v>16.184000000000001</c:v>
                </c:pt>
                <c:pt idx="736">
                  <c:v>-0.82099999999999995</c:v>
                </c:pt>
                <c:pt idx="737">
                  <c:v>16.184000000000001</c:v>
                </c:pt>
                <c:pt idx="738">
                  <c:v>16.385000000000002</c:v>
                </c:pt>
                <c:pt idx="739">
                  <c:v>-0.82099999999999995</c:v>
                </c:pt>
                <c:pt idx="740">
                  <c:v>-0.82099999999999995</c:v>
                </c:pt>
                <c:pt idx="741">
                  <c:v>-0.82099999999999995</c:v>
                </c:pt>
                <c:pt idx="742">
                  <c:v>-0.82099999999999995</c:v>
                </c:pt>
                <c:pt idx="743">
                  <c:v>-0.82099999999999995</c:v>
                </c:pt>
                <c:pt idx="744">
                  <c:v>-0.82099999999999995</c:v>
                </c:pt>
                <c:pt idx="745">
                  <c:v>-0.82099999999999995</c:v>
                </c:pt>
                <c:pt idx="746">
                  <c:v>-0.82099999999999995</c:v>
                </c:pt>
                <c:pt idx="747">
                  <c:v>-0.82099999999999995</c:v>
                </c:pt>
                <c:pt idx="748">
                  <c:v>-0.82099999999999995</c:v>
                </c:pt>
                <c:pt idx="749">
                  <c:v>-0.82099999999999995</c:v>
                </c:pt>
                <c:pt idx="750">
                  <c:v>-0.82099999999999995</c:v>
                </c:pt>
                <c:pt idx="751">
                  <c:v>-0.82099999999999995</c:v>
                </c:pt>
                <c:pt idx="752">
                  <c:v>-0.82099999999999995</c:v>
                </c:pt>
                <c:pt idx="753">
                  <c:v>-0.82099999999999995</c:v>
                </c:pt>
                <c:pt idx="754">
                  <c:v>-0.82099999999999995</c:v>
                </c:pt>
                <c:pt idx="755">
                  <c:v>-0.82099999999999995</c:v>
                </c:pt>
                <c:pt idx="756">
                  <c:v>-0.82099999999999995</c:v>
                </c:pt>
                <c:pt idx="757">
                  <c:v>-0.82099999999999995</c:v>
                </c:pt>
                <c:pt idx="758">
                  <c:v>-0.82099999999999995</c:v>
                </c:pt>
                <c:pt idx="759">
                  <c:v>-0.82099999999999995</c:v>
                </c:pt>
                <c:pt idx="760">
                  <c:v>-0.82099999999999995</c:v>
                </c:pt>
                <c:pt idx="761">
                  <c:v>-0.82099999999999995</c:v>
                </c:pt>
                <c:pt idx="762">
                  <c:v>-0.82099999999999995</c:v>
                </c:pt>
                <c:pt idx="763">
                  <c:v>-0.82099999999999995</c:v>
                </c:pt>
                <c:pt idx="764">
                  <c:v>-0.82099999999999995</c:v>
                </c:pt>
                <c:pt idx="765">
                  <c:v>-5.8929999999999998</c:v>
                </c:pt>
                <c:pt idx="766">
                  <c:v>0.44500000000000001</c:v>
                </c:pt>
                <c:pt idx="767">
                  <c:v>6.4029999999999996</c:v>
                </c:pt>
                <c:pt idx="768">
                  <c:v>-4.8049999999999997</c:v>
                </c:pt>
                <c:pt idx="769">
                  <c:v>8.1449999999999996</c:v>
                </c:pt>
                <c:pt idx="770">
                  <c:v>10.445</c:v>
                </c:pt>
                <c:pt idx="771">
                  <c:v>-7.18</c:v>
                </c:pt>
                <c:pt idx="772">
                  <c:v>-4.9240000000000004</c:v>
                </c:pt>
                <c:pt idx="773">
                  <c:v>5.274</c:v>
                </c:pt>
                <c:pt idx="774">
                  <c:v>0.90100000000000002</c:v>
                </c:pt>
                <c:pt idx="775">
                  <c:v>5.274</c:v>
                </c:pt>
                <c:pt idx="776">
                  <c:v>-6.0270000000000001</c:v>
                </c:pt>
                <c:pt idx="777">
                  <c:v>5.274</c:v>
                </c:pt>
                <c:pt idx="778">
                  <c:v>5.274</c:v>
                </c:pt>
                <c:pt idx="779">
                  <c:v>-7.0549999999999997</c:v>
                </c:pt>
                <c:pt idx="780">
                  <c:v>-7.0049999999999999</c:v>
                </c:pt>
                <c:pt idx="781">
                  <c:v>13.864000000000001</c:v>
                </c:pt>
                <c:pt idx="782">
                  <c:v>-2.5169999999999999</c:v>
                </c:pt>
                <c:pt idx="783">
                  <c:v>4.0650000000000004</c:v>
                </c:pt>
                <c:pt idx="784">
                  <c:v>14.134</c:v>
                </c:pt>
                <c:pt idx="785">
                  <c:v>4.0650000000000004</c:v>
                </c:pt>
                <c:pt idx="786">
                  <c:v>-1.0620000000000001</c:v>
                </c:pt>
                <c:pt idx="787">
                  <c:v>11.224</c:v>
                </c:pt>
                <c:pt idx="788">
                  <c:v>1.998</c:v>
                </c:pt>
                <c:pt idx="789">
                  <c:v>1.998</c:v>
                </c:pt>
                <c:pt idx="790">
                  <c:v>1.998</c:v>
                </c:pt>
                <c:pt idx="791">
                  <c:v>1.998</c:v>
                </c:pt>
                <c:pt idx="792">
                  <c:v>1.998</c:v>
                </c:pt>
                <c:pt idx="793">
                  <c:v>1.998</c:v>
                </c:pt>
                <c:pt idx="794">
                  <c:v>1.998</c:v>
                </c:pt>
                <c:pt idx="795">
                  <c:v>1.998</c:v>
                </c:pt>
                <c:pt idx="796">
                  <c:v>1.998</c:v>
                </c:pt>
                <c:pt idx="797">
                  <c:v>1.998</c:v>
                </c:pt>
                <c:pt idx="798">
                  <c:v>1.998</c:v>
                </c:pt>
                <c:pt idx="799">
                  <c:v>0.90100000000000002</c:v>
                </c:pt>
                <c:pt idx="800">
                  <c:v>-2.9380000000000002</c:v>
                </c:pt>
                <c:pt idx="801">
                  <c:v>0.90500000000000003</c:v>
                </c:pt>
                <c:pt idx="802">
                  <c:v>0.9</c:v>
                </c:pt>
                <c:pt idx="803">
                  <c:v>0.9</c:v>
                </c:pt>
                <c:pt idx="804">
                  <c:v>1.7410000000000001</c:v>
                </c:pt>
                <c:pt idx="805">
                  <c:v>0.90100000000000002</c:v>
                </c:pt>
                <c:pt idx="806">
                  <c:v>0.90100000000000002</c:v>
                </c:pt>
                <c:pt idx="807">
                  <c:v>0.90100000000000002</c:v>
                </c:pt>
                <c:pt idx="808">
                  <c:v>-2.3410000000000002</c:v>
                </c:pt>
                <c:pt idx="809">
                  <c:v>1.4319999999999999</c:v>
                </c:pt>
                <c:pt idx="810">
                  <c:v>-4.4450000000000003</c:v>
                </c:pt>
                <c:pt idx="811">
                  <c:v>-7.0049999999999999</c:v>
                </c:pt>
                <c:pt idx="812">
                  <c:v>-7.0049999999999999</c:v>
                </c:pt>
                <c:pt idx="813">
                  <c:v>11.743</c:v>
                </c:pt>
                <c:pt idx="814">
                  <c:v>11.545</c:v>
                </c:pt>
                <c:pt idx="815">
                  <c:v>-7.0549999999999997</c:v>
                </c:pt>
                <c:pt idx="816">
                  <c:v>11.545</c:v>
                </c:pt>
                <c:pt idx="817">
                  <c:v>11.545</c:v>
                </c:pt>
                <c:pt idx="818">
                  <c:v>-3.7919999999999998</c:v>
                </c:pt>
                <c:pt idx="819">
                  <c:v>3.9449999999999998</c:v>
                </c:pt>
                <c:pt idx="820">
                  <c:v>-7.0549999999999997</c:v>
                </c:pt>
                <c:pt idx="821">
                  <c:v>-7.0049999999999999</c:v>
                </c:pt>
                <c:pt idx="822">
                  <c:v>-7.0049999999999999</c:v>
                </c:pt>
                <c:pt idx="823">
                  <c:v>-2.0169999999999999</c:v>
                </c:pt>
                <c:pt idx="824">
                  <c:v>-4.6609999999999996</c:v>
                </c:pt>
                <c:pt idx="825">
                  <c:v>-7.0049999999999999</c:v>
                </c:pt>
                <c:pt idx="826">
                  <c:v>-7.0049999999999999</c:v>
                </c:pt>
                <c:pt idx="827">
                  <c:v>-7.0049999999999999</c:v>
                </c:pt>
                <c:pt idx="828">
                  <c:v>-7.0049999999999999</c:v>
                </c:pt>
                <c:pt idx="829">
                  <c:v>-7.0049999999999999</c:v>
                </c:pt>
                <c:pt idx="830">
                  <c:v>-7.0049999999999999</c:v>
                </c:pt>
                <c:pt idx="831">
                  <c:v>3.6789999999999998</c:v>
                </c:pt>
                <c:pt idx="832">
                  <c:v>-7.0049999999999999</c:v>
                </c:pt>
                <c:pt idx="833">
                  <c:v>-7.0049999999999999</c:v>
                </c:pt>
                <c:pt idx="834">
                  <c:v>-7.0049999999999999</c:v>
                </c:pt>
                <c:pt idx="835">
                  <c:v>-1.0620000000000001</c:v>
                </c:pt>
                <c:pt idx="836">
                  <c:v>-7.0549999999999997</c:v>
                </c:pt>
                <c:pt idx="837">
                  <c:v>-7.0049999999999999</c:v>
                </c:pt>
                <c:pt idx="838">
                  <c:v>-7.0049999999999999</c:v>
                </c:pt>
                <c:pt idx="839">
                  <c:v>-7.0049999999999999</c:v>
                </c:pt>
                <c:pt idx="840">
                  <c:v>-7.0049999999999999</c:v>
                </c:pt>
                <c:pt idx="841">
                  <c:v>-0.129</c:v>
                </c:pt>
                <c:pt idx="842">
                  <c:v>0.90400000000000003</c:v>
                </c:pt>
                <c:pt idx="843">
                  <c:v>0.90400000000000003</c:v>
                </c:pt>
                <c:pt idx="844">
                  <c:v>-2.3410000000000002</c:v>
                </c:pt>
                <c:pt idx="845">
                  <c:v>3.4889999999999999</c:v>
                </c:pt>
                <c:pt idx="846">
                  <c:v>-0.78900000000000003</c:v>
                </c:pt>
                <c:pt idx="847">
                  <c:v>-0.129</c:v>
                </c:pt>
                <c:pt idx="848">
                  <c:v>-0.129</c:v>
                </c:pt>
                <c:pt idx="849">
                  <c:v>-0.129</c:v>
                </c:pt>
                <c:pt idx="850">
                  <c:v>-1.2909999999999999</c:v>
                </c:pt>
                <c:pt idx="851">
                  <c:v>0.90100000000000002</c:v>
                </c:pt>
                <c:pt idx="852">
                  <c:v>0.89600000000000002</c:v>
                </c:pt>
                <c:pt idx="853">
                  <c:v>0.90100000000000002</c:v>
                </c:pt>
                <c:pt idx="854">
                  <c:v>0.90100000000000002</c:v>
                </c:pt>
                <c:pt idx="855">
                  <c:v>0.90100000000000002</c:v>
                </c:pt>
                <c:pt idx="856">
                  <c:v>-1.0620000000000001</c:v>
                </c:pt>
                <c:pt idx="857">
                  <c:v>1.998</c:v>
                </c:pt>
                <c:pt idx="858">
                  <c:v>1.998</c:v>
                </c:pt>
                <c:pt idx="859">
                  <c:v>1.998</c:v>
                </c:pt>
                <c:pt idx="860">
                  <c:v>1.998</c:v>
                </c:pt>
                <c:pt idx="861">
                  <c:v>1.998</c:v>
                </c:pt>
                <c:pt idx="862">
                  <c:v>1.998</c:v>
                </c:pt>
                <c:pt idx="863">
                  <c:v>1.998</c:v>
                </c:pt>
                <c:pt idx="864">
                  <c:v>1.998</c:v>
                </c:pt>
                <c:pt idx="865">
                  <c:v>1.998</c:v>
                </c:pt>
                <c:pt idx="866">
                  <c:v>1.998</c:v>
                </c:pt>
                <c:pt idx="867">
                  <c:v>1.998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4.4980000000000002</c:v>
                </c:pt>
                <c:pt idx="872">
                  <c:v>4.4980000000000002</c:v>
                </c:pt>
                <c:pt idx="873">
                  <c:v>4.4980000000000002</c:v>
                </c:pt>
                <c:pt idx="874">
                  <c:v>4.4980000000000002</c:v>
                </c:pt>
                <c:pt idx="875">
                  <c:v>4.4980000000000002</c:v>
                </c:pt>
                <c:pt idx="876">
                  <c:v>4.4980000000000002</c:v>
                </c:pt>
                <c:pt idx="877">
                  <c:v>4.4980000000000002</c:v>
                </c:pt>
                <c:pt idx="878">
                  <c:v>4.4980000000000002</c:v>
                </c:pt>
                <c:pt idx="879">
                  <c:v>4.4980000000000002</c:v>
                </c:pt>
                <c:pt idx="880">
                  <c:v>4.4980000000000002</c:v>
                </c:pt>
                <c:pt idx="881">
                  <c:v>4.4980000000000002</c:v>
                </c:pt>
                <c:pt idx="882">
                  <c:v>4.4980000000000002</c:v>
                </c:pt>
                <c:pt idx="883">
                  <c:v>4.4980000000000002</c:v>
                </c:pt>
                <c:pt idx="884">
                  <c:v>4.4980000000000002</c:v>
                </c:pt>
                <c:pt idx="885">
                  <c:v>4.4980000000000002</c:v>
                </c:pt>
                <c:pt idx="886">
                  <c:v>-5.0549999999999997</c:v>
                </c:pt>
                <c:pt idx="887">
                  <c:v>4.4980000000000002</c:v>
                </c:pt>
                <c:pt idx="888">
                  <c:v>4.4980000000000002</c:v>
                </c:pt>
                <c:pt idx="889">
                  <c:v>-5.0549999999999997</c:v>
                </c:pt>
                <c:pt idx="890">
                  <c:v>4.4980000000000002</c:v>
                </c:pt>
                <c:pt idx="891">
                  <c:v>4.4980000000000002</c:v>
                </c:pt>
                <c:pt idx="892">
                  <c:v>-0.27900000000000003</c:v>
                </c:pt>
                <c:pt idx="893">
                  <c:v>4.4980000000000002</c:v>
                </c:pt>
                <c:pt idx="894">
                  <c:v>-5.0549999999999997</c:v>
                </c:pt>
                <c:pt idx="895">
                  <c:v>-5.0549999999999997</c:v>
                </c:pt>
                <c:pt idx="896">
                  <c:v>-5.0549999999999997</c:v>
                </c:pt>
                <c:pt idx="897">
                  <c:v>-5.0549999999999997</c:v>
                </c:pt>
                <c:pt idx="898">
                  <c:v>-5.0549999999999997</c:v>
                </c:pt>
                <c:pt idx="899">
                  <c:v>-1.2669999999999999</c:v>
                </c:pt>
                <c:pt idx="900">
                  <c:v>-1.2669999999999999</c:v>
                </c:pt>
                <c:pt idx="901">
                  <c:v>-1.2669999999999999</c:v>
                </c:pt>
                <c:pt idx="902">
                  <c:v>-1.2669999999999999</c:v>
                </c:pt>
                <c:pt idx="903">
                  <c:v>-1.2669999999999999</c:v>
                </c:pt>
                <c:pt idx="904">
                  <c:v>-1.2669999999999999</c:v>
                </c:pt>
                <c:pt idx="905">
                  <c:v>-1.2669999999999999</c:v>
                </c:pt>
                <c:pt idx="906">
                  <c:v>-1.2669999999999999</c:v>
                </c:pt>
                <c:pt idx="907">
                  <c:v>-1.2669999999999999</c:v>
                </c:pt>
                <c:pt idx="908">
                  <c:v>4.4980000000000002</c:v>
                </c:pt>
                <c:pt idx="909">
                  <c:v>1.615</c:v>
                </c:pt>
                <c:pt idx="910">
                  <c:v>-1.2669999999999999</c:v>
                </c:pt>
                <c:pt idx="911">
                  <c:v>-1.2669999999999999</c:v>
                </c:pt>
                <c:pt idx="912">
                  <c:v>-1.2669999999999999</c:v>
                </c:pt>
                <c:pt idx="913">
                  <c:v>-1.2669999999999999</c:v>
                </c:pt>
                <c:pt idx="914">
                  <c:v>-1.2669999999999999</c:v>
                </c:pt>
                <c:pt idx="915">
                  <c:v>-1.2669999999999999</c:v>
                </c:pt>
                <c:pt idx="916">
                  <c:v>-1.2669999999999999</c:v>
                </c:pt>
                <c:pt idx="917">
                  <c:v>-1.2669999999999999</c:v>
                </c:pt>
                <c:pt idx="918">
                  <c:v>-1.2669999999999999</c:v>
                </c:pt>
                <c:pt idx="919">
                  <c:v>-1.2669999999999999</c:v>
                </c:pt>
                <c:pt idx="920">
                  <c:v>-1.2669999999999999</c:v>
                </c:pt>
                <c:pt idx="921">
                  <c:v>-2.1419999999999999</c:v>
                </c:pt>
                <c:pt idx="922">
                  <c:v>-1.2669999999999999</c:v>
                </c:pt>
                <c:pt idx="923">
                  <c:v>-1.2669999999999999</c:v>
                </c:pt>
                <c:pt idx="924">
                  <c:v>-1.2669999999999999</c:v>
                </c:pt>
                <c:pt idx="925">
                  <c:v>-1.3740000000000001</c:v>
                </c:pt>
                <c:pt idx="926">
                  <c:v>-1.2669999999999999</c:v>
                </c:pt>
                <c:pt idx="927">
                  <c:v>-1.2669999999999999</c:v>
                </c:pt>
                <c:pt idx="928">
                  <c:v>-1.2669999999999999</c:v>
                </c:pt>
                <c:pt idx="929">
                  <c:v>-1.2669999999999999</c:v>
                </c:pt>
                <c:pt idx="930">
                  <c:v>-1.2669999999999999</c:v>
                </c:pt>
                <c:pt idx="931">
                  <c:v>-1.2669999999999999</c:v>
                </c:pt>
                <c:pt idx="932">
                  <c:v>-1.2669999999999999</c:v>
                </c:pt>
                <c:pt idx="933">
                  <c:v>-1.0900000000000001</c:v>
                </c:pt>
                <c:pt idx="934">
                  <c:v>-1.2669999999999999</c:v>
                </c:pt>
                <c:pt idx="935">
                  <c:v>-1.2669999999999999</c:v>
                </c:pt>
                <c:pt idx="936">
                  <c:v>-1.2669999999999999</c:v>
                </c:pt>
                <c:pt idx="937">
                  <c:v>-1.2669999999999999</c:v>
                </c:pt>
                <c:pt idx="938">
                  <c:v>-1.2669999999999999</c:v>
                </c:pt>
                <c:pt idx="939">
                  <c:v>-1.2669999999999999</c:v>
                </c:pt>
                <c:pt idx="940">
                  <c:v>-1.2669999999999999</c:v>
                </c:pt>
                <c:pt idx="941">
                  <c:v>-1.2669999999999999</c:v>
                </c:pt>
                <c:pt idx="942">
                  <c:v>-1.2669999999999999</c:v>
                </c:pt>
                <c:pt idx="943">
                  <c:v>-1.2669999999999999</c:v>
                </c:pt>
                <c:pt idx="944">
                  <c:v>4.4980000000000002</c:v>
                </c:pt>
                <c:pt idx="945">
                  <c:v>-1.2669999999999999</c:v>
                </c:pt>
                <c:pt idx="946">
                  <c:v>-1.2669999999999999</c:v>
                </c:pt>
                <c:pt idx="947">
                  <c:v>-1.2669999999999999</c:v>
                </c:pt>
                <c:pt idx="948">
                  <c:v>-1.2669999999999999</c:v>
                </c:pt>
                <c:pt idx="949">
                  <c:v>-1.2669999999999999</c:v>
                </c:pt>
                <c:pt idx="950">
                  <c:v>4.4980000000000002</c:v>
                </c:pt>
                <c:pt idx="951">
                  <c:v>-1.2669999999999999</c:v>
                </c:pt>
                <c:pt idx="952">
                  <c:v>-1.2669999999999999</c:v>
                </c:pt>
                <c:pt idx="953">
                  <c:v>-1.2669999999999999</c:v>
                </c:pt>
                <c:pt idx="954">
                  <c:v>-1.4359999999999999</c:v>
                </c:pt>
                <c:pt idx="955">
                  <c:v>-1.2669999999999999</c:v>
                </c:pt>
                <c:pt idx="956">
                  <c:v>-1.2669999999999999</c:v>
                </c:pt>
                <c:pt idx="957">
                  <c:v>3.3000000000000002E-2</c:v>
                </c:pt>
                <c:pt idx="958">
                  <c:v>3.3000000000000002E-2</c:v>
                </c:pt>
                <c:pt idx="959">
                  <c:v>3.3000000000000002E-2</c:v>
                </c:pt>
                <c:pt idx="960">
                  <c:v>3.3000000000000002E-2</c:v>
                </c:pt>
                <c:pt idx="961">
                  <c:v>3.3000000000000002E-2</c:v>
                </c:pt>
                <c:pt idx="962">
                  <c:v>3.3000000000000002E-2</c:v>
                </c:pt>
                <c:pt idx="963">
                  <c:v>3.3000000000000002E-2</c:v>
                </c:pt>
                <c:pt idx="964">
                  <c:v>3.3000000000000002E-2</c:v>
                </c:pt>
                <c:pt idx="965">
                  <c:v>3.3000000000000002E-2</c:v>
                </c:pt>
                <c:pt idx="966">
                  <c:v>3.3000000000000002E-2</c:v>
                </c:pt>
                <c:pt idx="967">
                  <c:v>3.3000000000000002E-2</c:v>
                </c:pt>
                <c:pt idx="968">
                  <c:v>3.3000000000000002E-2</c:v>
                </c:pt>
                <c:pt idx="969">
                  <c:v>3.3000000000000002E-2</c:v>
                </c:pt>
                <c:pt idx="970">
                  <c:v>3.3000000000000002E-2</c:v>
                </c:pt>
                <c:pt idx="971">
                  <c:v>0.63500000000000001</c:v>
                </c:pt>
                <c:pt idx="972">
                  <c:v>3.3000000000000002E-2</c:v>
                </c:pt>
                <c:pt idx="973">
                  <c:v>3.3000000000000002E-2</c:v>
                </c:pt>
                <c:pt idx="974">
                  <c:v>3.3000000000000002E-2</c:v>
                </c:pt>
                <c:pt idx="975">
                  <c:v>3.3000000000000002E-2</c:v>
                </c:pt>
                <c:pt idx="976">
                  <c:v>3.3000000000000002E-2</c:v>
                </c:pt>
                <c:pt idx="977">
                  <c:v>3.3000000000000002E-2</c:v>
                </c:pt>
                <c:pt idx="978">
                  <c:v>3.3000000000000002E-2</c:v>
                </c:pt>
                <c:pt idx="979">
                  <c:v>-1.4370000000000001</c:v>
                </c:pt>
                <c:pt idx="980">
                  <c:v>3.3000000000000002E-2</c:v>
                </c:pt>
                <c:pt idx="981">
                  <c:v>3.3000000000000002E-2</c:v>
                </c:pt>
                <c:pt idx="982">
                  <c:v>3.3000000000000002E-2</c:v>
                </c:pt>
                <c:pt idx="983">
                  <c:v>-0.99299999999999999</c:v>
                </c:pt>
                <c:pt idx="984">
                  <c:v>-0.99299999999999999</c:v>
                </c:pt>
                <c:pt idx="985">
                  <c:v>-1.0329999999999999</c:v>
                </c:pt>
                <c:pt idx="986">
                  <c:v>-1.591</c:v>
                </c:pt>
                <c:pt idx="987">
                  <c:v>-0.99299999999999999</c:v>
                </c:pt>
                <c:pt idx="988">
                  <c:v>1.577</c:v>
                </c:pt>
                <c:pt idx="989">
                  <c:v>-0.99299999999999999</c:v>
                </c:pt>
                <c:pt idx="990">
                  <c:v>-0.99299999999999999</c:v>
                </c:pt>
                <c:pt idx="991">
                  <c:v>-0.99299999999999999</c:v>
                </c:pt>
                <c:pt idx="992">
                  <c:v>-0.99299999999999999</c:v>
                </c:pt>
                <c:pt idx="993">
                  <c:v>-0.99299999999999999</c:v>
                </c:pt>
                <c:pt idx="994">
                  <c:v>-0.99299999999999999</c:v>
                </c:pt>
                <c:pt idx="995">
                  <c:v>13.967000000000001</c:v>
                </c:pt>
                <c:pt idx="996">
                  <c:v>-1.992</c:v>
                </c:pt>
                <c:pt idx="997">
                  <c:v>-0.99299999999999999</c:v>
                </c:pt>
                <c:pt idx="998">
                  <c:v>-0.99299999999999999</c:v>
                </c:pt>
                <c:pt idx="999">
                  <c:v>8.3940000000000001</c:v>
                </c:pt>
                <c:pt idx="1000">
                  <c:v>-0.99299999999999999</c:v>
                </c:pt>
                <c:pt idx="1001">
                  <c:v>-6.3929999999999998</c:v>
                </c:pt>
                <c:pt idx="1002">
                  <c:v>-1.0129999999999999</c:v>
                </c:pt>
                <c:pt idx="1003">
                  <c:v>-0.874</c:v>
                </c:pt>
                <c:pt idx="1004">
                  <c:v>-1.214</c:v>
                </c:pt>
                <c:pt idx="1005">
                  <c:v>-1.214</c:v>
                </c:pt>
                <c:pt idx="1006">
                  <c:v>4.1760000000000002</c:v>
                </c:pt>
                <c:pt idx="1007">
                  <c:v>-0.874</c:v>
                </c:pt>
                <c:pt idx="1008">
                  <c:v>-3.863</c:v>
                </c:pt>
                <c:pt idx="1009">
                  <c:v>-3.331</c:v>
                </c:pt>
                <c:pt idx="1010">
                  <c:v>-3.89</c:v>
                </c:pt>
                <c:pt idx="1011">
                  <c:v>-1.383</c:v>
                </c:pt>
                <c:pt idx="1012">
                  <c:v>12.728999999999999</c:v>
                </c:pt>
                <c:pt idx="1013">
                  <c:v>-3.798</c:v>
                </c:pt>
                <c:pt idx="1014">
                  <c:v>-0.40899999999999997</c:v>
                </c:pt>
                <c:pt idx="1015">
                  <c:v>-2.621</c:v>
                </c:pt>
                <c:pt idx="1016">
                  <c:v>-6.2009999999999996</c:v>
                </c:pt>
                <c:pt idx="1017">
                  <c:v>-9.0709999999999997</c:v>
                </c:pt>
                <c:pt idx="1018">
                  <c:v>4.5620000000000003</c:v>
                </c:pt>
                <c:pt idx="1019">
                  <c:v>-2.9020000000000001</c:v>
                </c:pt>
                <c:pt idx="1020">
                  <c:v>-7.8710000000000004</c:v>
                </c:pt>
                <c:pt idx="1021">
                  <c:v>1.4179999999999999</c:v>
                </c:pt>
                <c:pt idx="1022">
                  <c:v>8.3719999999999999</c:v>
                </c:pt>
                <c:pt idx="1023">
                  <c:v>-4.7409999999999997</c:v>
                </c:pt>
                <c:pt idx="1024">
                  <c:v>-2.7250000000000001</c:v>
                </c:pt>
                <c:pt idx="1025">
                  <c:v>-0.67100000000000004</c:v>
                </c:pt>
                <c:pt idx="1026">
                  <c:v>-3.407</c:v>
                </c:pt>
                <c:pt idx="1027">
                  <c:v>0.46</c:v>
                </c:pt>
                <c:pt idx="1028">
                  <c:v>1.125</c:v>
                </c:pt>
                <c:pt idx="1029">
                  <c:v>-3.0569999999999999</c:v>
                </c:pt>
                <c:pt idx="1030">
                  <c:v>-2.226</c:v>
                </c:pt>
                <c:pt idx="1031">
                  <c:v>-3.0710000000000002</c:v>
                </c:pt>
                <c:pt idx="1032">
                  <c:v>-1.0009999999999999</c:v>
                </c:pt>
                <c:pt idx="1033">
                  <c:v>-2.2309999999999999</c:v>
                </c:pt>
                <c:pt idx="1034">
                  <c:v>-1.4610000000000001</c:v>
                </c:pt>
                <c:pt idx="1035">
                  <c:v>0.65900000000000003</c:v>
                </c:pt>
                <c:pt idx="1036">
                  <c:v>3.109</c:v>
                </c:pt>
                <c:pt idx="1037">
                  <c:v>-1.2210000000000001</c:v>
                </c:pt>
                <c:pt idx="1038">
                  <c:v>-0.94599999999999995</c:v>
                </c:pt>
                <c:pt idx="1039">
                  <c:v>4.7389999999999999</c:v>
                </c:pt>
                <c:pt idx="1040">
                  <c:v>8.5960000000000001</c:v>
                </c:pt>
                <c:pt idx="1041">
                  <c:v>-3.331</c:v>
                </c:pt>
                <c:pt idx="1042">
                  <c:v>-0.32200000000000001</c:v>
                </c:pt>
                <c:pt idx="1043">
                  <c:v>-5.0110000000000001</c:v>
                </c:pt>
                <c:pt idx="1044">
                  <c:v>-3.331</c:v>
                </c:pt>
                <c:pt idx="1045">
                  <c:v>-3.7610000000000001</c:v>
                </c:pt>
                <c:pt idx="1046">
                  <c:v>-3.331</c:v>
                </c:pt>
                <c:pt idx="1047">
                  <c:v>-4.891</c:v>
                </c:pt>
                <c:pt idx="1048">
                  <c:v>-3.2709999999999999</c:v>
                </c:pt>
                <c:pt idx="1049">
                  <c:v>-3.331</c:v>
                </c:pt>
                <c:pt idx="1050">
                  <c:v>-3.601</c:v>
                </c:pt>
                <c:pt idx="1051">
                  <c:v>-3.5510000000000002</c:v>
                </c:pt>
                <c:pt idx="1052">
                  <c:v>-2.9710000000000001</c:v>
                </c:pt>
                <c:pt idx="1053">
                  <c:v>-3.331</c:v>
                </c:pt>
                <c:pt idx="1054">
                  <c:v>-2.2349999999999999</c:v>
                </c:pt>
                <c:pt idx="1055">
                  <c:v>-3.7370000000000001</c:v>
                </c:pt>
                <c:pt idx="1056">
                  <c:v>-6.5339999999999998</c:v>
                </c:pt>
                <c:pt idx="1057">
                  <c:v>-3.331</c:v>
                </c:pt>
                <c:pt idx="1058">
                  <c:v>-3.331</c:v>
                </c:pt>
                <c:pt idx="1059">
                  <c:v>-3.7109999999999999</c:v>
                </c:pt>
                <c:pt idx="1060">
                  <c:v>-3.331</c:v>
                </c:pt>
                <c:pt idx="1061">
                  <c:v>-3.331</c:v>
                </c:pt>
                <c:pt idx="1062">
                  <c:v>-3.0310000000000001</c:v>
                </c:pt>
                <c:pt idx="1063">
                  <c:v>2.0939999999999999</c:v>
                </c:pt>
                <c:pt idx="1064">
                  <c:v>5.2320000000000002</c:v>
                </c:pt>
                <c:pt idx="1065">
                  <c:v>-0.41899999999999998</c:v>
                </c:pt>
                <c:pt idx="1066">
                  <c:v>1.004</c:v>
                </c:pt>
                <c:pt idx="1067">
                  <c:v>-0.57399999999999995</c:v>
                </c:pt>
                <c:pt idx="1068">
                  <c:v>-3.508</c:v>
                </c:pt>
                <c:pt idx="1069">
                  <c:v>-2.919</c:v>
                </c:pt>
                <c:pt idx="1070">
                  <c:v>2.649</c:v>
                </c:pt>
                <c:pt idx="1071">
                  <c:v>-4.8010000000000002</c:v>
                </c:pt>
                <c:pt idx="1072">
                  <c:v>-2.02</c:v>
                </c:pt>
                <c:pt idx="1073">
                  <c:v>-3.331</c:v>
                </c:pt>
                <c:pt idx="1074">
                  <c:v>-2.7570000000000001</c:v>
                </c:pt>
                <c:pt idx="1075">
                  <c:v>17.629000000000001</c:v>
                </c:pt>
                <c:pt idx="1076">
                  <c:v>2.0289999999999999</c:v>
                </c:pt>
                <c:pt idx="1077">
                  <c:v>2.286</c:v>
                </c:pt>
                <c:pt idx="1078">
                  <c:v>15.379</c:v>
                </c:pt>
                <c:pt idx="1079">
                  <c:v>-1.921</c:v>
                </c:pt>
                <c:pt idx="1080">
                  <c:v>19.803999999999998</c:v>
                </c:pt>
                <c:pt idx="1081">
                  <c:v>-1.2999999999999999E-2</c:v>
                </c:pt>
                <c:pt idx="1082">
                  <c:v>-1.595</c:v>
                </c:pt>
                <c:pt idx="1083">
                  <c:v>-1.016</c:v>
                </c:pt>
                <c:pt idx="1084">
                  <c:v>-3.516</c:v>
                </c:pt>
                <c:pt idx="1085">
                  <c:v>-3.1160000000000001</c:v>
                </c:pt>
                <c:pt idx="1086">
                  <c:v>-4.8159999999999998</c:v>
                </c:pt>
                <c:pt idx="1087">
                  <c:v>-4.516</c:v>
                </c:pt>
                <c:pt idx="1088">
                  <c:v>-2.016</c:v>
                </c:pt>
                <c:pt idx="1089">
                  <c:v>-2.016</c:v>
                </c:pt>
                <c:pt idx="1090">
                  <c:v>-2.016</c:v>
                </c:pt>
                <c:pt idx="1091">
                  <c:v>-2.016</c:v>
                </c:pt>
                <c:pt idx="1092">
                  <c:v>-4.8159999999999998</c:v>
                </c:pt>
                <c:pt idx="1093">
                  <c:v>-2.016</c:v>
                </c:pt>
                <c:pt idx="1094">
                  <c:v>-2.016</c:v>
                </c:pt>
                <c:pt idx="1095">
                  <c:v>-3.9279999999999999</c:v>
                </c:pt>
                <c:pt idx="1096">
                  <c:v>-3.9279999999999999</c:v>
                </c:pt>
                <c:pt idx="1097">
                  <c:v>4.7839999999999998</c:v>
                </c:pt>
                <c:pt idx="1098">
                  <c:v>-2.8159999999999998</c:v>
                </c:pt>
                <c:pt idx="1099">
                  <c:v>-3.9279999999999999</c:v>
                </c:pt>
                <c:pt idx="1100">
                  <c:v>-3.9279999999999999</c:v>
                </c:pt>
                <c:pt idx="1101">
                  <c:v>-3.9279999999999999</c:v>
                </c:pt>
                <c:pt idx="1102">
                  <c:v>-3.9279999999999999</c:v>
                </c:pt>
                <c:pt idx="1103">
                  <c:v>-3.9279999999999999</c:v>
                </c:pt>
                <c:pt idx="1104">
                  <c:v>-2.6659999999999999</c:v>
                </c:pt>
                <c:pt idx="1105">
                  <c:v>-3.9279999999999999</c:v>
                </c:pt>
                <c:pt idx="1106">
                  <c:v>-4.8159999999999998</c:v>
                </c:pt>
                <c:pt idx="1107">
                  <c:v>-3.8159999999999998</c:v>
                </c:pt>
                <c:pt idx="1108">
                  <c:v>2.16</c:v>
                </c:pt>
                <c:pt idx="1109">
                  <c:v>2.16</c:v>
                </c:pt>
                <c:pt idx="1110">
                  <c:v>2.16</c:v>
                </c:pt>
                <c:pt idx="1111">
                  <c:v>2.16</c:v>
                </c:pt>
                <c:pt idx="1112">
                  <c:v>-1.016</c:v>
                </c:pt>
                <c:pt idx="1113">
                  <c:v>2.16</c:v>
                </c:pt>
                <c:pt idx="1114">
                  <c:v>-1.016</c:v>
                </c:pt>
                <c:pt idx="1115">
                  <c:v>-1.6759999999999999</c:v>
                </c:pt>
                <c:pt idx="1116">
                  <c:v>2.2930000000000001</c:v>
                </c:pt>
                <c:pt idx="1117">
                  <c:v>-2.5760000000000001</c:v>
                </c:pt>
                <c:pt idx="1118">
                  <c:v>-3.0760000000000001</c:v>
                </c:pt>
                <c:pt idx="1119">
                  <c:v>-2.016</c:v>
                </c:pt>
                <c:pt idx="1120">
                  <c:v>5.7350000000000003</c:v>
                </c:pt>
                <c:pt idx="1121">
                  <c:v>-2.016</c:v>
                </c:pt>
                <c:pt idx="1122">
                  <c:v>-2.016</c:v>
                </c:pt>
                <c:pt idx="1123">
                  <c:v>-2.016</c:v>
                </c:pt>
                <c:pt idx="1124">
                  <c:v>5.4669999999999996</c:v>
                </c:pt>
                <c:pt idx="1125">
                  <c:v>5.7350000000000003</c:v>
                </c:pt>
                <c:pt idx="1126">
                  <c:v>-0.71599999999999997</c:v>
                </c:pt>
                <c:pt idx="1127">
                  <c:v>-0.91600000000000004</c:v>
                </c:pt>
                <c:pt idx="1128">
                  <c:v>-2.016</c:v>
                </c:pt>
                <c:pt idx="1129">
                  <c:v>-2.016</c:v>
                </c:pt>
                <c:pt idx="1130">
                  <c:v>-3.516</c:v>
                </c:pt>
                <c:pt idx="1131">
                  <c:v>-1.516</c:v>
                </c:pt>
                <c:pt idx="1132">
                  <c:v>9.4179999999999993</c:v>
                </c:pt>
                <c:pt idx="1133">
                  <c:v>4.484</c:v>
                </c:pt>
                <c:pt idx="1134">
                  <c:v>9.4179999999999993</c:v>
                </c:pt>
                <c:pt idx="1135">
                  <c:v>5.8840000000000003</c:v>
                </c:pt>
                <c:pt idx="1136">
                  <c:v>6.4889999999999999</c:v>
                </c:pt>
                <c:pt idx="1137">
                  <c:v>5.8840000000000003</c:v>
                </c:pt>
                <c:pt idx="1138">
                  <c:v>11.984999999999999</c:v>
                </c:pt>
                <c:pt idx="1139">
                  <c:v>9.0960000000000001</c:v>
                </c:pt>
                <c:pt idx="1140">
                  <c:v>9.4179999999999993</c:v>
                </c:pt>
                <c:pt idx="1141">
                  <c:v>10.101000000000001</c:v>
                </c:pt>
                <c:pt idx="1142">
                  <c:v>4.484</c:v>
                </c:pt>
                <c:pt idx="1143">
                  <c:v>2.984</c:v>
                </c:pt>
                <c:pt idx="1144">
                  <c:v>5.6840000000000002</c:v>
                </c:pt>
                <c:pt idx="1145">
                  <c:v>-2.016</c:v>
                </c:pt>
                <c:pt idx="1146">
                  <c:v>-2.016</c:v>
                </c:pt>
                <c:pt idx="1147">
                  <c:v>-2.016</c:v>
                </c:pt>
                <c:pt idx="1148">
                  <c:v>-2.016</c:v>
                </c:pt>
                <c:pt idx="1149">
                  <c:v>-2.016</c:v>
                </c:pt>
                <c:pt idx="1150">
                  <c:v>-2.016</c:v>
                </c:pt>
                <c:pt idx="1151">
                  <c:v>-2.016</c:v>
                </c:pt>
                <c:pt idx="1152">
                  <c:v>-0.92500000000000004</c:v>
                </c:pt>
                <c:pt idx="1153">
                  <c:v>-1.7749999999999999</c:v>
                </c:pt>
                <c:pt idx="1154">
                  <c:v>-3.1160000000000001</c:v>
                </c:pt>
                <c:pt idx="1155">
                  <c:v>-4.4160000000000004</c:v>
                </c:pt>
                <c:pt idx="1156">
                  <c:v>-2.016</c:v>
                </c:pt>
                <c:pt idx="1157">
                  <c:v>-2.016</c:v>
                </c:pt>
                <c:pt idx="1158">
                  <c:v>-4.0419999999999998</c:v>
                </c:pt>
                <c:pt idx="1159">
                  <c:v>3.0339999999999998</c:v>
                </c:pt>
                <c:pt idx="1160">
                  <c:v>-2.016</c:v>
                </c:pt>
                <c:pt idx="1161">
                  <c:v>-2.016</c:v>
                </c:pt>
                <c:pt idx="1162">
                  <c:v>-2.016</c:v>
                </c:pt>
                <c:pt idx="1163">
                  <c:v>-2.4159999999999999</c:v>
                </c:pt>
                <c:pt idx="1164">
                  <c:v>-2.016</c:v>
                </c:pt>
                <c:pt idx="1165">
                  <c:v>-2.016</c:v>
                </c:pt>
                <c:pt idx="1166">
                  <c:v>-2.016</c:v>
                </c:pt>
                <c:pt idx="1167">
                  <c:v>1.8839999999999999</c:v>
                </c:pt>
                <c:pt idx="1168">
                  <c:v>-2.016</c:v>
                </c:pt>
                <c:pt idx="1169">
                  <c:v>1.9370000000000001</c:v>
                </c:pt>
                <c:pt idx="1170">
                  <c:v>-2.016</c:v>
                </c:pt>
                <c:pt idx="1171">
                  <c:v>-2.016</c:v>
                </c:pt>
                <c:pt idx="1172">
                  <c:v>-1.627</c:v>
                </c:pt>
                <c:pt idx="1173">
                  <c:v>-1.627</c:v>
                </c:pt>
                <c:pt idx="1174">
                  <c:v>-1.627</c:v>
                </c:pt>
                <c:pt idx="1175">
                  <c:v>-1.627</c:v>
                </c:pt>
                <c:pt idx="1176">
                  <c:v>-1.627</c:v>
                </c:pt>
                <c:pt idx="1177">
                  <c:v>0.65900000000000003</c:v>
                </c:pt>
                <c:pt idx="1178">
                  <c:v>-1.627</c:v>
                </c:pt>
                <c:pt idx="1179">
                  <c:v>-1.627</c:v>
                </c:pt>
                <c:pt idx="1180">
                  <c:v>5.9089999999999998</c:v>
                </c:pt>
                <c:pt idx="1181">
                  <c:v>8.6229999999999993</c:v>
                </c:pt>
                <c:pt idx="1182">
                  <c:v>1.0189999999999999</c:v>
                </c:pt>
                <c:pt idx="1183">
                  <c:v>-1.627</c:v>
                </c:pt>
                <c:pt idx="1184">
                  <c:v>-1.383</c:v>
                </c:pt>
                <c:pt idx="1185">
                  <c:v>-0.19800000000000001</c:v>
                </c:pt>
                <c:pt idx="1186">
                  <c:v>-2.2240000000000002</c:v>
                </c:pt>
                <c:pt idx="1187">
                  <c:v>-0.86799999999999999</c:v>
                </c:pt>
                <c:pt idx="1188">
                  <c:v>-0.54100000000000004</c:v>
                </c:pt>
                <c:pt idx="1189">
                  <c:v>5.6429999999999998</c:v>
                </c:pt>
                <c:pt idx="1190">
                  <c:v>10.423</c:v>
                </c:pt>
                <c:pt idx="1191">
                  <c:v>0.39500000000000002</c:v>
                </c:pt>
                <c:pt idx="1192">
                  <c:v>-1.847</c:v>
                </c:pt>
                <c:pt idx="1193">
                  <c:v>1E-3</c:v>
                </c:pt>
                <c:pt idx="1194">
                  <c:v>-2.2240000000000002</c:v>
                </c:pt>
                <c:pt idx="1195">
                  <c:v>-4.1000000000000002E-2</c:v>
                </c:pt>
                <c:pt idx="1196">
                  <c:v>-0.17399999999999999</c:v>
                </c:pt>
                <c:pt idx="1197">
                  <c:v>-2.2240000000000002</c:v>
                </c:pt>
                <c:pt idx="1198">
                  <c:v>-0.78500000000000003</c:v>
                </c:pt>
                <c:pt idx="1199">
                  <c:v>-1.5589999999999999</c:v>
                </c:pt>
                <c:pt idx="1200">
                  <c:v>0.45900000000000002</c:v>
                </c:pt>
                <c:pt idx="1201">
                  <c:v>2.1589999999999998</c:v>
                </c:pt>
                <c:pt idx="1202">
                  <c:v>-2.2240000000000002</c:v>
                </c:pt>
                <c:pt idx="1203">
                  <c:v>-1.6819999999999999</c:v>
                </c:pt>
                <c:pt idx="1204">
                  <c:v>5.0979999999999999</c:v>
                </c:pt>
                <c:pt idx="1205">
                  <c:v>-1.7090000000000001</c:v>
                </c:pt>
                <c:pt idx="1206">
                  <c:v>12.622999999999999</c:v>
                </c:pt>
                <c:pt idx="1207">
                  <c:v>-4.2320000000000002</c:v>
                </c:pt>
                <c:pt idx="1208">
                  <c:v>10.423</c:v>
                </c:pt>
                <c:pt idx="1209">
                  <c:v>-5.2380000000000004</c:v>
                </c:pt>
                <c:pt idx="1210">
                  <c:v>-1.1519999999999999</c:v>
                </c:pt>
                <c:pt idx="1211">
                  <c:v>-4.4459999999999997</c:v>
                </c:pt>
                <c:pt idx="1212">
                  <c:v>-5.2480000000000002</c:v>
                </c:pt>
                <c:pt idx="1213">
                  <c:v>0.54600000000000004</c:v>
                </c:pt>
                <c:pt idx="1214">
                  <c:v>-0.85</c:v>
                </c:pt>
                <c:pt idx="1215">
                  <c:v>5.6000000000000001E-2</c:v>
                </c:pt>
                <c:pt idx="1216">
                  <c:v>-2.2240000000000002</c:v>
                </c:pt>
                <c:pt idx="1217">
                  <c:v>15.489000000000001</c:v>
                </c:pt>
                <c:pt idx="1218">
                  <c:v>-0.64100000000000001</c:v>
                </c:pt>
                <c:pt idx="1219">
                  <c:v>-0.64100000000000001</c:v>
                </c:pt>
                <c:pt idx="1220">
                  <c:v>9.609</c:v>
                </c:pt>
                <c:pt idx="1221">
                  <c:v>-2.2240000000000002</c:v>
                </c:pt>
                <c:pt idx="1222">
                  <c:v>-2.2240000000000002</c:v>
                </c:pt>
                <c:pt idx="1223">
                  <c:v>-2.2240000000000002</c:v>
                </c:pt>
                <c:pt idx="1224">
                  <c:v>13.592000000000001</c:v>
                </c:pt>
                <c:pt idx="1225">
                  <c:v>3.3159999999999998</c:v>
                </c:pt>
                <c:pt idx="1226">
                  <c:v>-6.6669999999999998</c:v>
                </c:pt>
                <c:pt idx="1227">
                  <c:v>-0.25600000000000001</c:v>
                </c:pt>
                <c:pt idx="1228">
                  <c:v>9.39</c:v>
                </c:pt>
                <c:pt idx="1229">
                  <c:v>-5.2380000000000004</c:v>
                </c:pt>
                <c:pt idx="1230">
                  <c:v>-2.2240000000000002</c:v>
                </c:pt>
                <c:pt idx="1231">
                  <c:v>-3.2509999999999999</c:v>
                </c:pt>
                <c:pt idx="1232">
                  <c:v>-2.2240000000000002</c:v>
                </c:pt>
                <c:pt idx="1233">
                  <c:v>-3.2509999999999999</c:v>
                </c:pt>
                <c:pt idx="1234">
                  <c:v>-3.2509999999999999</c:v>
                </c:pt>
                <c:pt idx="1235">
                  <c:v>-3.2509999999999999</c:v>
                </c:pt>
                <c:pt idx="1236">
                  <c:v>-3.2509999999999999</c:v>
                </c:pt>
                <c:pt idx="1237">
                  <c:v>4.7590000000000003</c:v>
                </c:pt>
                <c:pt idx="1238">
                  <c:v>-2.2240000000000002</c:v>
                </c:pt>
                <c:pt idx="1239">
                  <c:v>1.617</c:v>
                </c:pt>
                <c:pt idx="1240">
                  <c:v>-2.2240000000000002</c:v>
                </c:pt>
                <c:pt idx="1241">
                  <c:v>-3.16</c:v>
                </c:pt>
                <c:pt idx="1242">
                  <c:v>-2.738</c:v>
                </c:pt>
                <c:pt idx="1243">
                  <c:v>-5.5410000000000004</c:v>
                </c:pt>
                <c:pt idx="1244">
                  <c:v>-2.2240000000000002</c:v>
                </c:pt>
                <c:pt idx="1245">
                  <c:v>-2.4119999999999999</c:v>
                </c:pt>
                <c:pt idx="1246">
                  <c:v>11.766999999999999</c:v>
                </c:pt>
                <c:pt idx="1247">
                  <c:v>-2.2240000000000002</c:v>
                </c:pt>
                <c:pt idx="1248">
                  <c:v>-2.2240000000000002</c:v>
                </c:pt>
                <c:pt idx="1249">
                  <c:v>-2.7410000000000001</c:v>
                </c:pt>
                <c:pt idx="1250">
                  <c:v>4.609</c:v>
                </c:pt>
                <c:pt idx="1251">
                  <c:v>-2.7410000000000001</c:v>
                </c:pt>
                <c:pt idx="1252">
                  <c:v>-1.627</c:v>
                </c:pt>
                <c:pt idx="1253">
                  <c:v>-2.2240000000000002</c:v>
                </c:pt>
                <c:pt idx="1254">
                  <c:v>-2.2240000000000002</c:v>
                </c:pt>
                <c:pt idx="1255">
                  <c:v>-2.4830000000000001</c:v>
                </c:pt>
                <c:pt idx="1256">
                  <c:v>-2.2240000000000002</c:v>
                </c:pt>
                <c:pt idx="1257">
                  <c:v>-2.7410000000000001</c:v>
                </c:pt>
                <c:pt idx="1258">
                  <c:v>-2.2240000000000002</c:v>
                </c:pt>
                <c:pt idx="1259">
                  <c:v>-2.2240000000000002</c:v>
                </c:pt>
                <c:pt idx="1260">
                  <c:v>0.53500000000000003</c:v>
                </c:pt>
                <c:pt idx="1261">
                  <c:v>4.827</c:v>
                </c:pt>
                <c:pt idx="1262">
                  <c:v>-2.2240000000000002</c:v>
                </c:pt>
                <c:pt idx="1263">
                  <c:v>-2.7410000000000001</c:v>
                </c:pt>
                <c:pt idx="1264">
                  <c:v>-2.2240000000000002</c:v>
                </c:pt>
                <c:pt idx="1265">
                  <c:v>-2.2240000000000002</c:v>
                </c:pt>
                <c:pt idx="1266">
                  <c:v>-2.2240000000000002</c:v>
                </c:pt>
                <c:pt idx="1267">
                  <c:v>-1.575</c:v>
                </c:pt>
                <c:pt idx="1268">
                  <c:v>-4.734</c:v>
                </c:pt>
                <c:pt idx="1269">
                  <c:v>-2.2240000000000002</c:v>
                </c:pt>
                <c:pt idx="1270">
                  <c:v>-1.575</c:v>
                </c:pt>
                <c:pt idx="1271">
                  <c:v>-2.2240000000000002</c:v>
                </c:pt>
                <c:pt idx="1272">
                  <c:v>4.7590000000000003</c:v>
                </c:pt>
                <c:pt idx="1273">
                  <c:v>-0.98399999999999999</c:v>
                </c:pt>
                <c:pt idx="1274">
                  <c:v>-1.575</c:v>
                </c:pt>
                <c:pt idx="1275">
                  <c:v>-1.575</c:v>
                </c:pt>
                <c:pt idx="1276">
                  <c:v>-1.4910000000000001</c:v>
                </c:pt>
                <c:pt idx="1277">
                  <c:v>4.7590000000000003</c:v>
                </c:pt>
                <c:pt idx="1278">
                  <c:v>-2.6259999999999999</c:v>
                </c:pt>
                <c:pt idx="1279">
                  <c:v>-1.5189999999999999</c:v>
                </c:pt>
                <c:pt idx="1280">
                  <c:v>-2.2240000000000002</c:v>
                </c:pt>
                <c:pt idx="1281">
                  <c:v>-2.2240000000000002</c:v>
                </c:pt>
                <c:pt idx="1282">
                  <c:v>-2.2240000000000002</c:v>
                </c:pt>
                <c:pt idx="1283">
                  <c:v>-5.641</c:v>
                </c:pt>
                <c:pt idx="1284">
                  <c:v>2.2210000000000001</c:v>
                </c:pt>
                <c:pt idx="1285">
                  <c:v>-2.2240000000000002</c:v>
                </c:pt>
                <c:pt idx="1286">
                  <c:v>-2.2240000000000002</c:v>
                </c:pt>
                <c:pt idx="1287">
                  <c:v>-2.2240000000000002</c:v>
                </c:pt>
                <c:pt idx="1288">
                  <c:v>-2.2240000000000002</c:v>
                </c:pt>
                <c:pt idx="1289">
                  <c:v>-0.74099999999999999</c:v>
                </c:pt>
                <c:pt idx="1290">
                  <c:v>7.9589999999999996</c:v>
                </c:pt>
                <c:pt idx="1291">
                  <c:v>-2.2240000000000002</c:v>
                </c:pt>
                <c:pt idx="1292">
                  <c:v>0.35899999999999999</c:v>
                </c:pt>
                <c:pt idx="1293">
                  <c:v>0.35899999999999999</c:v>
                </c:pt>
                <c:pt idx="1294">
                  <c:v>-2.2240000000000002</c:v>
                </c:pt>
                <c:pt idx="1295">
                  <c:v>1.0589999999999999</c:v>
                </c:pt>
                <c:pt idx="1296">
                  <c:v>5.5720000000000001</c:v>
                </c:pt>
                <c:pt idx="1297">
                  <c:v>-2.2240000000000002</c:v>
                </c:pt>
                <c:pt idx="1298">
                  <c:v>2.2210000000000001</c:v>
                </c:pt>
                <c:pt idx="1299">
                  <c:v>5.0590000000000002</c:v>
                </c:pt>
                <c:pt idx="1300">
                  <c:v>-0.84099999999999997</c:v>
                </c:pt>
                <c:pt idx="1301">
                  <c:v>-5.141</c:v>
                </c:pt>
                <c:pt idx="1302">
                  <c:v>12.797000000000001</c:v>
                </c:pt>
                <c:pt idx="1303">
                  <c:v>-6.7409999999999997</c:v>
                </c:pt>
                <c:pt idx="1304">
                  <c:v>1.4059999999999999</c:v>
                </c:pt>
                <c:pt idx="1305">
                  <c:v>17.204000000000001</c:v>
                </c:pt>
                <c:pt idx="1306">
                  <c:v>0.88</c:v>
                </c:pt>
                <c:pt idx="1307">
                  <c:v>0.88</c:v>
                </c:pt>
                <c:pt idx="1308">
                  <c:v>0.60199999999999998</c:v>
                </c:pt>
                <c:pt idx="1309">
                  <c:v>0.60199999999999998</c:v>
                </c:pt>
                <c:pt idx="1310">
                  <c:v>-6.9710000000000001</c:v>
                </c:pt>
                <c:pt idx="1311">
                  <c:v>-2.2240000000000002</c:v>
                </c:pt>
                <c:pt idx="1312">
                  <c:v>-1.0149999999999999</c:v>
                </c:pt>
                <c:pt idx="1313">
                  <c:v>1.2589999999999999</c:v>
                </c:pt>
                <c:pt idx="1314">
                  <c:v>0.60199999999999998</c:v>
                </c:pt>
                <c:pt idx="1315">
                  <c:v>3.5619999999999998</c:v>
                </c:pt>
                <c:pt idx="1316">
                  <c:v>-3.2450000000000001</c:v>
                </c:pt>
                <c:pt idx="1317">
                  <c:v>-2.2240000000000002</c:v>
                </c:pt>
                <c:pt idx="1318">
                  <c:v>-2.2240000000000002</c:v>
                </c:pt>
                <c:pt idx="1319">
                  <c:v>-2.2240000000000002</c:v>
                </c:pt>
                <c:pt idx="1320">
                  <c:v>-2.2240000000000002</c:v>
                </c:pt>
                <c:pt idx="1321">
                  <c:v>-2.2240000000000002</c:v>
                </c:pt>
                <c:pt idx="1322">
                  <c:v>-2.2240000000000002</c:v>
                </c:pt>
                <c:pt idx="1323">
                  <c:v>-2.2240000000000002</c:v>
                </c:pt>
                <c:pt idx="1324">
                  <c:v>-6.8410000000000002</c:v>
                </c:pt>
                <c:pt idx="1325">
                  <c:v>-2.2240000000000002</c:v>
                </c:pt>
                <c:pt idx="1326">
                  <c:v>-2.2240000000000002</c:v>
                </c:pt>
                <c:pt idx="1327">
                  <c:v>-2.2240000000000002</c:v>
                </c:pt>
                <c:pt idx="1328">
                  <c:v>-2.2240000000000002</c:v>
                </c:pt>
                <c:pt idx="1329">
                  <c:v>-2.2240000000000002</c:v>
                </c:pt>
                <c:pt idx="1330">
                  <c:v>9.8800000000000008</c:v>
                </c:pt>
                <c:pt idx="1331">
                  <c:v>-2.2240000000000002</c:v>
                </c:pt>
                <c:pt idx="1332">
                  <c:v>0.93899999999999995</c:v>
                </c:pt>
                <c:pt idx="1333">
                  <c:v>-1.627</c:v>
                </c:pt>
                <c:pt idx="1334">
                  <c:v>-2.2240000000000002</c:v>
                </c:pt>
                <c:pt idx="1335">
                  <c:v>-1.627</c:v>
                </c:pt>
                <c:pt idx="1336">
                  <c:v>-6.5209999999999999</c:v>
                </c:pt>
                <c:pt idx="1337">
                  <c:v>-1.627</c:v>
                </c:pt>
                <c:pt idx="1338">
                  <c:v>-0.121</c:v>
                </c:pt>
                <c:pt idx="1339">
                  <c:v>-1.627</c:v>
                </c:pt>
                <c:pt idx="1340">
                  <c:v>5.6609999999999996</c:v>
                </c:pt>
                <c:pt idx="1341">
                  <c:v>-2.2240000000000002</c:v>
                </c:pt>
                <c:pt idx="1342">
                  <c:v>-1.627</c:v>
                </c:pt>
                <c:pt idx="1343">
                  <c:v>1.853</c:v>
                </c:pt>
                <c:pt idx="1344">
                  <c:v>-2.2240000000000002</c:v>
                </c:pt>
                <c:pt idx="1345">
                  <c:v>5.6609999999999996</c:v>
                </c:pt>
                <c:pt idx="1346">
                  <c:v>-1.627</c:v>
                </c:pt>
                <c:pt idx="1347">
                  <c:v>1.853</c:v>
                </c:pt>
                <c:pt idx="1348">
                  <c:v>-1.4430000000000001</c:v>
                </c:pt>
                <c:pt idx="1349">
                  <c:v>-2.2240000000000002</c:v>
                </c:pt>
                <c:pt idx="1350">
                  <c:v>-2.2240000000000002</c:v>
                </c:pt>
                <c:pt idx="1351">
                  <c:v>-2.2240000000000002</c:v>
                </c:pt>
                <c:pt idx="1352">
                  <c:v>1.2669999999999999</c:v>
                </c:pt>
                <c:pt idx="1353">
                  <c:v>-2.25</c:v>
                </c:pt>
                <c:pt idx="1354">
                  <c:v>-2.2240000000000002</c:v>
                </c:pt>
                <c:pt idx="1355">
                  <c:v>-2.2669999999999999</c:v>
                </c:pt>
                <c:pt idx="1356">
                  <c:v>-2.2240000000000002</c:v>
                </c:pt>
                <c:pt idx="1357">
                  <c:v>1.2669999999999999</c:v>
                </c:pt>
                <c:pt idx="1358">
                  <c:v>-7.141</c:v>
                </c:pt>
                <c:pt idx="1359">
                  <c:v>3.67</c:v>
                </c:pt>
                <c:pt idx="1360">
                  <c:v>-6.8410000000000002</c:v>
                </c:pt>
                <c:pt idx="1361">
                  <c:v>-2.2240000000000002</c:v>
                </c:pt>
                <c:pt idx="1362">
                  <c:v>-2.8010000000000002</c:v>
                </c:pt>
                <c:pt idx="1363">
                  <c:v>-5.9249999999999998</c:v>
                </c:pt>
                <c:pt idx="1364">
                  <c:v>-6.6520000000000001</c:v>
                </c:pt>
                <c:pt idx="1365">
                  <c:v>-6.1669999999999998</c:v>
                </c:pt>
                <c:pt idx="1366">
                  <c:v>10.288</c:v>
                </c:pt>
                <c:pt idx="1367">
                  <c:v>-6.1479999999999997</c:v>
                </c:pt>
                <c:pt idx="1368">
                  <c:v>-7.1420000000000003</c:v>
                </c:pt>
                <c:pt idx="1369">
                  <c:v>-5.6920000000000002</c:v>
                </c:pt>
                <c:pt idx="1370">
                  <c:v>-5.3380000000000001</c:v>
                </c:pt>
                <c:pt idx="1371">
                  <c:v>16.681999999999999</c:v>
                </c:pt>
                <c:pt idx="1372">
                  <c:v>-4.258</c:v>
                </c:pt>
                <c:pt idx="1373">
                  <c:v>-5.2080000000000002</c:v>
                </c:pt>
                <c:pt idx="1374">
                  <c:v>6.7389999999999999</c:v>
                </c:pt>
                <c:pt idx="1375">
                  <c:v>3.2429999999999999</c:v>
                </c:pt>
                <c:pt idx="1376">
                  <c:v>19.259</c:v>
                </c:pt>
                <c:pt idx="1377">
                  <c:v>-0.72799999999999998</c:v>
                </c:pt>
                <c:pt idx="1378">
                  <c:v>-1.1579999999999999</c:v>
                </c:pt>
                <c:pt idx="1379">
                  <c:v>5.6420000000000003</c:v>
                </c:pt>
                <c:pt idx="1380">
                  <c:v>7.0490000000000004</c:v>
                </c:pt>
                <c:pt idx="1381">
                  <c:v>1.7729999999999999</c:v>
                </c:pt>
                <c:pt idx="1382">
                  <c:v>-2.9540000000000002</c:v>
                </c:pt>
                <c:pt idx="1383">
                  <c:v>-6.218</c:v>
                </c:pt>
                <c:pt idx="1384">
                  <c:v>12.192</c:v>
                </c:pt>
                <c:pt idx="1385">
                  <c:v>-0.252</c:v>
                </c:pt>
                <c:pt idx="1386">
                  <c:v>0.434</c:v>
                </c:pt>
                <c:pt idx="1387">
                  <c:v>3.456</c:v>
                </c:pt>
                <c:pt idx="1388">
                  <c:v>3.6360000000000001</c:v>
                </c:pt>
                <c:pt idx="1389">
                  <c:v>-4.1219999999999999</c:v>
                </c:pt>
                <c:pt idx="1390">
                  <c:v>-7.157</c:v>
                </c:pt>
                <c:pt idx="1391">
                  <c:v>-4.258</c:v>
                </c:pt>
                <c:pt idx="1392">
                  <c:v>-6.1879999999999997</c:v>
                </c:pt>
                <c:pt idx="1393">
                  <c:v>-6.0979999999999999</c:v>
                </c:pt>
                <c:pt idx="1394">
                  <c:v>-5.758</c:v>
                </c:pt>
                <c:pt idx="1395">
                  <c:v>-4.8209999999999997</c:v>
                </c:pt>
                <c:pt idx="1396">
                  <c:v>-4.84</c:v>
                </c:pt>
                <c:pt idx="1397">
                  <c:v>-3.7410000000000001</c:v>
                </c:pt>
                <c:pt idx="1398">
                  <c:v>-1.4279999999999999</c:v>
                </c:pt>
                <c:pt idx="1399">
                  <c:v>0.375</c:v>
                </c:pt>
                <c:pt idx="1400">
                  <c:v>5.3920000000000003</c:v>
                </c:pt>
                <c:pt idx="1401">
                  <c:v>-1.5449999999999999</c:v>
                </c:pt>
                <c:pt idx="1402">
                  <c:v>6.992</c:v>
                </c:pt>
                <c:pt idx="1403">
                  <c:v>14.542</c:v>
                </c:pt>
                <c:pt idx="1404">
                  <c:v>0.49199999999999999</c:v>
                </c:pt>
                <c:pt idx="1405">
                  <c:v>-4.7279999999999998</c:v>
                </c:pt>
                <c:pt idx="1406">
                  <c:v>11.53</c:v>
                </c:pt>
                <c:pt idx="1407">
                  <c:v>-5.0579999999999998</c:v>
                </c:pt>
                <c:pt idx="1408">
                  <c:v>-1.958</c:v>
                </c:pt>
                <c:pt idx="1409">
                  <c:v>-0.25800000000000001</c:v>
                </c:pt>
                <c:pt idx="1410">
                  <c:v>5.0780000000000003</c:v>
                </c:pt>
                <c:pt idx="1411">
                  <c:v>11.750999999999999</c:v>
                </c:pt>
                <c:pt idx="1412">
                  <c:v>-6.8879999999999999</c:v>
                </c:pt>
                <c:pt idx="1413">
                  <c:v>4.4610000000000003</c:v>
                </c:pt>
                <c:pt idx="1414">
                  <c:v>-3.2970000000000002</c:v>
                </c:pt>
                <c:pt idx="1415">
                  <c:v>-6.758</c:v>
                </c:pt>
                <c:pt idx="1416">
                  <c:v>4.5810000000000004</c:v>
                </c:pt>
                <c:pt idx="1417">
                  <c:v>-6.8550000000000004</c:v>
                </c:pt>
                <c:pt idx="1418">
                  <c:v>4.7089999999999996</c:v>
                </c:pt>
                <c:pt idx="1419">
                  <c:v>-4.2380000000000004</c:v>
                </c:pt>
                <c:pt idx="1420">
                  <c:v>-7.3380000000000001</c:v>
                </c:pt>
                <c:pt idx="1421">
                  <c:v>-7.3579999999999997</c:v>
                </c:pt>
                <c:pt idx="1422">
                  <c:v>-3.351</c:v>
                </c:pt>
                <c:pt idx="1423">
                  <c:v>-4.4580000000000002</c:v>
                </c:pt>
                <c:pt idx="1424">
                  <c:v>-0.56499999999999995</c:v>
                </c:pt>
                <c:pt idx="1425">
                  <c:v>-5.758</c:v>
                </c:pt>
                <c:pt idx="1426">
                  <c:v>-4.9580000000000002</c:v>
                </c:pt>
                <c:pt idx="1427">
                  <c:v>-4.3079999999999998</c:v>
                </c:pt>
                <c:pt idx="1428">
                  <c:v>-4.593</c:v>
                </c:pt>
                <c:pt idx="1429">
                  <c:v>-5.4080000000000004</c:v>
                </c:pt>
                <c:pt idx="1430">
                  <c:v>-3.8580000000000001</c:v>
                </c:pt>
                <c:pt idx="1431">
                  <c:v>-3.3580000000000001</c:v>
                </c:pt>
                <c:pt idx="1432">
                  <c:v>-4.3579999999999997</c:v>
                </c:pt>
                <c:pt idx="1433">
                  <c:v>-3.5449999999999999</c:v>
                </c:pt>
                <c:pt idx="1434">
                  <c:v>-4.8579999999999997</c:v>
                </c:pt>
                <c:pt idx="1435">
                  <c:v>-3.988</c:v>
                </c:pt>
                <c:pt idx="1436">
                  <c:v>-6.8579999999999997</c:v>
                </c:pt>
                <c:pt idx="1437">
                  <c:v>-4.9770000000000003</c:v>
                </c:pt>
                <c:pt idx="1438">
                  <c:v>-2.52</c:v>
                </c:pt>
                <c:pt idx="1439">
                  <c:v>6.9669999999999996</c:v>
                </c:pt>
                <c:pt idx="1440">
                  <c:v>-3.8969999999999998</c:v>
                </c:pt>
                <c:pt idx="1441">
                  <c:v>-3.8969999999999998</c:v>
                </c:pt>
                <c:pt idx="1442">
                  <c:v>-3.8969999999999998</c:v>
                </c:pt>
                <c:pt idx="1443">
                  <c:v>0.27</c:v>
                </c:pt>
                <c:pt idx="1444">
                  <c:v>-3.8969999999999998</c:v>
                </c:pt>
                <c:pt idx="1445">
                  <c:v>-3.8969999999999998</c:v>
                </c:pt>
                <c:pt idx="1446">
                  <c:v>-0.78100000000000003</c:v>
                </c:pt>
                <c:pt idx="1447">
                  <c:v>-0.78100000000000003</c:v>
                </c:pt>
                <c:pt idx="1448">
                  <c:v>-0.78100000000000003</c:v>
                </c:pt>
                <c:pt idx="1449">
                  <c:v>-3.5649999999999999</c:v>
                </c:pt>
                <c:pt idx="1450">
                  <c:v>-4.2649999999999997</c:v>
                </c:pt>
                <c:pt idx="1451">
                  <c:v>-0.78100000000000003</c:v>
                </c:pt>
                <c:pt idx="1452">
                  <c:v>-4.0650000000000004</c:v>
                </c:pt>
                <c:pt idx="1453">
                  <c:v>-0.78100000000000003</c:v>
                </c:pt>
                <c:pt idx="1454">
                  <c:v>-0.78100000000000003</c:v>
                </c:pt>
                <c:pt idx="1455">
                  <c:v>-0.78100000000000003</c:v>
                </c:pt>
                <c:pt idx="1456">
                  <c:v>-0.78100000000000003</c:v>
                </c:pt>
                <c:pt idx="1457">
                  <c:v>0.35499999999999998</c:v>
                </c:pt>
                <c:pt idx="1458">
                  <c:v>-0.78100000000000003</c:v>
                </c:pt>
                <c:pt idx="1459">
                  <c:v>-0.78100000000000003</c:v>
                </c:pt>
                <c:pt idx="1460">
                  <c:v>-0.78100000000000003</c:v>
                </c:pt>
                <c:pt idx="1461">
                  <c:v>-0.78100000000000003</c:v>
                </c:pt>
                <c:pt idx="1462">
                  <c:v>-0.78100000000000003</c:v>
                </c:pt>
                <c:pt idx="1463">
                  <c:v>-0.78100000000000003</c:v>
                </c:pt>
                <c:pt idx="1464">
                  <c:v>-0.78100000000000003</c:v>
                </c:pt>
                <c:pt idx="1465">
                  <c:v>-0.78100000000000003</c:v>
                </c:pt>
                <c:pt idx="1466">
                  <c:v>-0.78100000000000003</c:v>
                </c:pt>
                <c:pt idx="1467">
                  <c:v>-0.78100000000000003</c:v>
                </c:pt>
                <c:pt idx="1468">
                  <c:v>-0.78100000000000003</c:v>
                </c:pt>
                <c:pt idx="1469">
                  <c:v>-0.78100000000000003</c:v>
                </c:pt>
                <c:pt idx="1470">
                  <c:v>-0.78100000000000003</c:v>
                </c:pt>
                <c:pt idx="1471">
                  <c:v>-0.78100000000000003</c:v>
                </c:pt>
                <c:pt idx="1472">
                  <c:v>1.635</c:v>
                </c:pt>
                <c:pt idx="1473">
                  <c:v>1.635</c:v>
                </c:pt>
                <c:pt idx="1474">
                  <c:v>1.635</c:v>
                </c:pt>
                <c:pt idx="1475">
                  <c:v>1.635</c:v>
                </c:pt>
                <c:pt idx="1476">
                  <c:v>1.635</c:v>
                </c:pt>
                <c:pt idx="1477">
                  <c:v>1.635</c:v>
                </c:pt>
                <c:pt idx="1478">
                  <c:v>1.635</c:v>
                </c:pt>
                <c:pt idx="1479">
                  <c:v>1.635</c:v>
                </c:pt>
                <c:pt idx="1480">
                  <c:v>1.635</c:v>
                </c:pt>
                <c:pt idx="1481">
                  <c:v>1.635</c:v>
                </c:pt>
                <c:pt idx="1482">
                  <c:v>1.635</c:v>
                </c:pt>
                <c:pt idx="1483">
                  <c:v>1.635</c:v>
                </c:pt>
                <c:pt idx="1484">
                  <c:v>1.635</c:v>
                </c:pt>
                <c:pt idx="1485">
                  <c:v>1.635</c:v>
                </c:pt>
                <c:pt idx="1486">
                  <c:v>1.635</c:v>
                </c:pt>
                <c:pt idx="1487">
                  <c:v>1.635</c:v>
                </c:pt>
                <c:pt idx="1488">
                  <c:v>1.635</c:v>
                </c:pt>
                <c:pt idx="1489">
                  <c:v>1.635</c:v>
                </c:pt>
                <c:pt idx="1490">
                  <c:v>1.635</c:v>
                </c:pt>
                <c:pt idx="1491">
                  <c:v>0.27</c:v>
                </c:pt>
                <c:pt idx="1492">
                  <c:v>1.635</c:v>
                </c:pt>
                <c:pt idx="1493">
                  <c:v>1.635</c:v>
                </c:pt>
                <c:pt idx="1494">
                  <c:v>1.635</c:v>
                </c:pt>
                <c:pt idx="1495">
                  <c:v>1.635</c:v>
                </c:pt>
                <c:pt idx="1496">
                  <c:v>1.635</c:v>
                </c:pt>
                <c:pt idx="1497">
                  <c:v>1.635</c:v>
                </c:pt>
                <c:pt idx="1498">
                  <c:v>1.635</c:v>
                </c:pt>
                <c:pt idx="1499">
                  <c:v>1.635</c:v>
                </c:pt>
                <c:pt idx="1500">
                  <c:v>1.635</c:v>
                </c:pt>
                <c:pt idx="1501">
                  <c:v>1.635</c:v>
                </c:pt>
                <c:pt idx="1502">
                  <c:v>1.635</c:v>
                </c:pt>
                <c:pt idx="1503">
                  <c:v>1.635</c:v>
                </c:pt>
                <c:pt idx="1504">
                  <c:v>0.27</c:v>
                </c:pt>
                <c:pt idx="1505">
                  <c:v>1.635</c:v>
                </c:pt>
                <c:pt idx="1506">
                  <c:v>1.635</c:v>
                </c:pt>
                <c:pt idx="1507">
                  <c:v>1.635</c:v>
                </c:pt>
                <c:pt idx="1508">
                  <c:v>1.635</c:v>
                </c:pt>
                <c:pt idx="1509">
                  <c:v>1.635</c:v>
                </c:pt>
                <c:pt idx="1510">
                  <c:v>1.635</c:v>
                </c:pt>
                <c:pt idx="1511">
                  <c:v>1.635</c:v>
                </c:pt>
                <c:pt idx="1512">
                  <c:v>1.635</c:v>
                </c:pt>
                <c:pt idx="1513">
                  <c:v>1.635</c:v>
                </c:pt>
                <c:pt idx="1514">
                  <c:v>-4.3730000000000002</c:v>
                </c:pt>
                <c:pt idx="1515">
                  <c:v>1.635</c:v>
                </c:pt>
                <c:pt idx="1516">
                  <c:v>-4.3730000000000002</c:v>
                </c:pt>
                <c:pt idx="1517">
                  <c:v>1.635</c:v>
                </c:pt>
                <c:pt idx="1518">
                  <c:v>0.83499999999999996</c:v>
                </c:pt>
                <c:pt idx="1519">
                  <c:v>-4.3730000000000002</c:v>
                </c:pt>
                <c:pt idx="1520">
                  <c:v>1.635</c:v>
                </c:pt>
                <c:pt idx="1521">
                  <c:v>1.635</c:v>
                </c:pt>
                <c:pt idx="1522">
                  <c:v>-0.215</c:v>
                </c:pt>
                <c:pt idx="1523">
                  <c:v>-4.3730000000000002</c:v>
                </c:pt>
                <c:pt idx="1524">
                  <c:v>1.635</c:v>
                </c:pt>
                <c:pt idx="1525">
                  <c:v>-0.78100000000000003</c:v>
                </c:pt>
                <c:pt idx="1526">
                  <c:v>-0.78100000000000003</c:v>
                </c:pt>
                <c:pt idx="1527">
                  <c:v>-0.78100000000000003</c:v>
                </c:pt>
                <c:pt idx="1528">
                  <c:v>-0.78100000000000003</c:v>
                </c:pt>
                <c:pt idx="1529">
                  <c:v>-0.78100000000000003</c:v>
                </c:pt>
                <c:pt idx="1530">
                  <c:v>-0.78100000000000003</c:v>
                </c:pt>
                <c:pt idx="1531">
                  <c:v>-0.78100000000000003</c:v>
                </c:pt>
                <c:pt idx="1532">
                  <c:v>-0.78100000000000003</c:v>
                </c:pt>
                <c:pt idx="1533">
                  <c:v>-0.78100000000000003</c:v>
                </c:pt>
                <c:pt idx="1534">
                  <c:v>-0.78100000000000003</c:v>
                </c:pt>
                <c:pt idx="1535">
                  <c:v>1.635</c:v>
                </c:pt>
                <c:pt idx="1536">
                  <c:v>-0.78100000000000003</c:v>
                </c:pt>
                <c:pt idx="1537">
                  <c:v>-0.78100000000000003</c:v>
                </c:pt>
                <c:pt idx="1538">
                  <c:v>-0.78100000000000003</c:v>
                </c:pt>
                <c:pt idx="1539">
                  <c:v>-0.78100000000000003</c:v>
                </c:pt>
                <c:pt idx="1540">
                  <c:v>0.55200000000000005</c:v>
                </c:pt>
                <c:pt idx="1541">
                  <c:v>-0.80100000000000005</c:v>
                </c:pt>
                <c:pt idx="1542">
                  <c:v>0.55200000000000005</c:v>
                </c:pt>
                <c:pt idx="1543">
                  <c:v>0.55200000000000005</c:v>
                </c:pt>
                <c:pt idx="1544">
                  <c:v>-0.125</c:v>
                </c:pt>
                <c:pt idx="1545">
                  <c:v>-0.80100000000000005</c:v>
                </c:pt>
                <c:pt idx="1546">
                  <c:v>0.55200000000000005</c:v>
                </c:pt>
                <c:pt idx="1547">
                  <c:v>0.55200000000000005</c:v>
                </c:pt>
                <c:pt idx="1548">
                  <c:v>-0.125</c:v>
                </c:pt>
                <c:pt idx="1549">
                  <c:v>0.55200000000000005</c:v>
                </c:pt>
                <c:pt idx="1550">
                  <c:v>0.55200000000000005</c:v>
                </c:pt>
                <c:pt idx="1551">
                  <c:v>0.55200000000000005</c:v>
                </c:pt>
                <c:pt idx="1552">
                  <c:v>0.55200000000000005</c:v>
                </c:pt>
                <c:pt idx="1553">
                  <c:v>0.55200000000000005</c:v>
                </c:pt>
                <c:pt idx="1554">
                  <c:v>0.55200000000000005</c:v>
                </c:pt>
                <c:pt idx="1555">
                  <c:v>2.15</c:v>
                </c:pt>
                <c:pt idx="1556">
                  <c:v>0.55200000000000005</c:v>
                </c:pt>
                <c:pt idx="1557">
                  <c:v>0.55200000000000005</c:v>
                </c:pt>
                <c:pt idx="1558">
                  <c:v>1.351</c:v>
                </c:pt>
                <c:pt idx="1559">
                  <c:v>2.15</c:v>
                </c:pt>
                <c:pt idx="1560">
                  <c:v>2.15</c:v>
                </c:pt>
                <c:pt idx="1561">
                  <c:v>0.55200000000000005</c:v>
                </c:pt>
                <c:pt idx="1562">
                  <c:v>0.55200000000000005</c:v>
                </c:pt>
                <c:pt idx="1563">
                  <c:v>0.55200000000000005</c:v>
                </c:pt>
                <c:pt idx="1564">
                  <c:v>0.55200000000000005</c:v>
                </c:pt>
                <c:pt idx="1565">
                  <c:v>0.55200000000000005</c:v>
                </c:pt>
                <c:pt idx="1566">
                  <c:v>2.15</c:v>
                </c:pt>
                <c:pt idx="1567">
                  <c:v>0.55200000000000005</c:v>
                </c:pt>
                <c:pt idx="1568">
                  <c:v>0.55200000000000005</c:v>
                </c:pt>
                <c:pt idx="1569">
                  <c:v>-6.7160000000000002</c:v>
                </c:pt>
                <c:pt idx="1570">
                  <c:v>-6.9160000000000004</c:v>
                </c:pt>
                <c:pt idx="1571">
                  <c:v>-6.7160000000000002</c:v>
                </c:pt>
                <c:pt idx="1572">
                  <c:v>-6.7160000000000002</c:v>
                </c:pt>
                <c:pt idx="1573">
                  <c:v>0.55200000000000005</c:v>
                </c:pt>
                <c:pt idx="1574">
                  <c:v>0.55200000000000005</c:v>
                </c:pt>
                <c:pt idx="1575">
                  <c:v>0.55200000000000005</c:v>
                </c:pt>
                <c:pt idx="1576">
                  <c:v>0.55200000000000005</c:v>
                </c:pt>
                <c:pt idx="1577">
                  <c:v>0.55200000000000005</c:v>
                </c:pt>
                <c:pt idx="1578">
                  <c:v>0.55200000000000005</c:v>
                </c:pt>
                <c:pt idx="1579">
                  <c:v>0.55200000000000005</c:v>
                </c:pt>
                <c:pt idx="1580">
                  <c:v>0.55200000000000005</c:v>
                </c:pt>
                <c:pt idx="1581">
                  <c:v>0.55200000000000005</c:v>
                </c:pt>
                <c:pt idx="1582">
                  <c:v>0.55200000000000005</c:v>
                </c:pt>
                <c:pt idx="1583">
                  <c:v>0.55200000000000005</c:v>
                </c:pt>
                <c:pt idx="1584">
                  <c:v>0.55200000000000005</c:v>
                </c:pt>
                <c:pt idx="1585">
                  <c:v>0.55200000000000005</c:v>
                </c:pt>
                <c:pt idx="1586">
                  <c:v>0.55200000000000005</c:v>
                </c:pt>
                <c:pt idx="1587">
                  <c:v>0.55200000000000005</c:v>
                </c:pt>
                <c:pt idx="1588">
                  <c:v>0.55200000000000005</c:v>
                </c:pt>
                <c:pt idx="1589">
                  <c:v>0.55200000000000005</c:v>
                </c:pt>
                <c:pt idx="1590">
                  <c:v>0.55200000000000005</c:v>
                </c:pt>
                <c:pt idx="1591">
                  <c:v>0.55200000000000005</c:v>
                </c:pt>
                <c:pt idx="1592">
                  <c:v>0.55200000000000005</c:v>
                </c:pt>
                <c:pt idx="1593">
                  <c:v>0.55200000000000005</c:v>
                </c:pt>
                <c:pt idx="1594">
                  <c:v>0.55200000000000005</c:v>
                </c:pt>
                <c:pt idx="1595">
                  <c:v>0.55200000000000005</c:v>
                </c:pt>
                <c:pt idx="1596">
                  <c:v>0.55200000000000005</c:v>
                </c:pt>
                <c:pt idx="1597">
                  <c:v>0.55200000000000005</c:v>
                </c:pt>
                <c:pt idx="1598">
                  <c:v>0.55200000000000005</c:v>
                </c:pt>
                <c:pt idx="1599">
                  <c:v>0.55200000000000005</c:v>
                </c:pt>
                <c:pt idx="1600">
                  <c:v>0.55200000000000005</c:v>
                </c:pt>
                <c:pt idx="1601">
                  <c:v>0.55200000000000005</c:v>
                </c:pt>
                <c:pt idx="1602">
                  <c:v>0.90200000000000002</c:v>
                </c:pt>
                <c:pt idx="1603">
                  <c:v>0.55200000000000005</c:v>
                </c:pt>
                <c:pt idx="1604">
                  <c:v>0.55200000000000005</c:v>
                </c:pt>
                <c:pt idx="1605">
                  <c:v>0.55200000000000005</c:v>
                </c:pt>
                <c:pt idx="1606">
                  <c:v>0.55200000000000005</c:v>
                </c:pt>
                <c:pt idx="1607">
                  <c:v>0.55200000000000005</c:v>
                </c:pt>
                <c:pt idx="1608">
                  <c:v>0.55200000000000005</c:v>
                </c:pt>
                <c:pt idx="1609">
                  <c:v>0.55200000000000005</c:v>
                </c:pt>
                <c:pt idx="1610">
                  <c:v>0.55200000000000005</c:v>
                </c:pt>
                <c:pt idx="1611">
                  <c:v>0.55200000000000005</c:v>
                </c:pt>
                <c:pt idx="1612">
                  <c:v>0.55200000000000005</c:v>
                </c:pt>
                <c:pt idx="1613">
                  <c:v>0.55200000000000005</c:v>
                </c:pt>
                <c:pt idx="1614">
                  <c:v>0.55200000000000005</c:v>
                </c:pt>
                <c:pt idx="1615">
                  <c:v>0.55200000000000005</c:v>
                </c:pt>
                <c:pt idx="1616">
                  <c:v>0.55200000000000005</c:v>
                </c:pt>
                <c:pt idx="1617">
                  <c:v>0.55200000000000005</c:v>
                </c:pt>
                <c:pt idx="1618">
                  <c:v>0.55200000000000005</c:v>
                </c:pt>
                <c:pt idx="1619">
                  <c:v>0.55200000000000005</c:v>
                </c:pt>
                <c:pt idx="1620">
                  <c:v>0.55200000000000005</c:v>
                </c:pt>
                <c:pt idx="1621">
                  <c:v>0.55200000000000005</c:v>
                </c:pt>
                <c:pt idx="1622">
                  <c:v>0.55200000000000005</c:v>
                </c:pt>
                <c:pt idx="1623">
                  <c:v>0.55200000000000005</c:v>
                </c:pt>
                <c:pt idx="1624">
                  <c:v>0.55200000000000005</c:v>
                </c:pt>
                <c:pt idx="1625">
                  <c:v>0.55200000000000005</c:v>
                </c:pt>
                <c:pt idx="1626">
                  <c:v>0.55200000000000005</c:v>
                </c:pt>
                <c:pt idx="1627">
                  <c:v>0.55200000000000005</c:v>
                </c:pt>
                <c:pt idx="1628">
                  <c:v>0.55200000000000005</c:v>
                </c:pt>
                <c:pt idx="1629">
                  <c:v>0.55200000000000005</c:v>
                </c:pt>
                <c:pt idx="1630">
                  <c:v>0.55200000000000005</c:v>
                </c:pt>
                <c:pt idx="1631">
                  <c:v>0.55200000000000005</c:v>
                </c:pt>
                <c:pt idx="1632">
                  <c:v>0.55200000000000005</c:v>
                </c:pt>
                <c:pt idx="1633">
                  <c:v>0.55200000000000005</c:v>
                </c:pt>
                <c:pt idx="1634">
                  <c:v>0.55200000000000005</c:v>
                </c:pt>
                <c:pt idx="1635">
                  <c:v>0.55200000000000005</c:v>
                </c:pt>
                <c:pt idx="1636">
                  <c:v>0.55200000000000005</c:v>
                </c:pt>
                <c:pt idx="1637">
                  <c:v>0.55200000000000005</c:v>
                </c:pt>
                <c:pt idx="1638">
                  <c:v>0.55200000000000005</c:v>
                </c:pt>
                <c:pt idx="1639">
                  <c:v>0.55200000000000005</c:v>
                </c:pt>
                <c:pt idx="1640">
                  <c:v>1.1220000000000001</c:v>
                </c:pt>
                <c:pt idx="1641">
                  <c:v>0.55200000000000005</c:v>
                </c:pt>
                <c:pt idx="1642">
                  <c:v>2.6989999999999998</c:v>
                </c:pt>
                <c:pt idx="1643">
                  <c:v>-2.7639999999999998</c:v>
                </c:pt>
                <c:pt idx="1644">
                  <c:v>-3.964</c:v>
                </c:pt>
                <c:pt idx="1645">
                  <c:v>-3.964</c:v>
                </c:pt>
                <c:pt idx="1646">
                  <c:v>-3.1640000000000001</c:v>
                </c:pt>
                <c:pt idx="1647">
                  <c:v>-2.7639999999999998</c:v>
                </c:pt>
                <c:pt idx="1648">
                  <c:v>-0.68100000000000005</c:v>
                </c:pt>
                <c:pt idx="1649">
                  <c:v>2.6989999999999998</c:v>
                </c:pt>
                <c:pt idx="1650">
                  <c:v>0.55200000000000005</c:v>
                </c:pt>
                <c:pt idx="1651">
                  <c:v>0.55200000000000005</c:v>
                </c:pt>
                <c:pt idx="1652">
                  <c:v>0.55200000000000005</c:v>
                </c:pt>
                <c:pt idx="1653">
                  <c:v>0.59199999999999997</c:v>
                </c:pt>
                <c:pt idx="1654">
                  <c:v>0.55200000000000005</c:v>
                </c:pt>
                <c:pt idx="1655">
                  <c:v>0.55200000000000005</c:v>
                </c:pt>
                <c:pt idx="1656">
                  <c:v>0.55200000000000005</c:v>
                </c:pt>
                <c:pt idx="1657">
                  <c:v>0.55200000000000005</c:v>
                </c:pt>
                <c:pt idx="1658">
                  <c:v>0.55200000000000005</c:v>
                </c:pt>
                <c:pt idx="1659">
                  <c:v>0.55200000000000005</c:v>
                </c:pt>
                <c:pt idx="1660">
                  <c:v>0.55200000000000005</c:v>
                </c:pt>
                <c:pt idx="1661">
                  <c:v>0.55200000000000005</c:v>
                </c:pt>
                <c:pt idx="1662">
                  <c:v>0.55200000000000005</c:v>
                </c:pt>
                <c:pt idx="1663">
                  <c:v>2.899</c:v>
                </c:pt>
                <c:pt idx="1664">
                  <c:v>0.55200000000000005</c:v>
                </c:pt>
                <c:pt idx="1665">
                  <c:v>0.55200000000000005</c:v>
                </c:pt>
                <c:pt idx="1666">
                  <c:v>0.55200000000000005</c:v>
                </c:pt>
                <c:pt idx="1667">
                  <c:v>0.55200000000000005</c:v>
                </c:pt>
                <c:pt idx="1668">
                  <c:v>0.55200000000000005</c:v>
                </c:pt>
                <c:pt idx="1669">
                  <c:v>0.55200000000000005</c:v>
                </c:pt>
                <c:pt idx="1670">
                  <c:v>2.7989999999999999</c:v>
                </c:pt>
                <c:pt idx="1671">
                  <c:v>2.15</c:v>
                </c:pt>
                <c:pt idx="1672">
                  <c:v>0.55200000000000005</c:v>
                </c:pt>
                <c:pt idx="1673">
                  <c:v>0.55200000000000005</c:v>
                </c:pt>
                <c:pt idx="1674">
                  <c:v>0.55200000000000005</c:v>
                </c:pt>
                <c:pt idx="1675">
                  <c:v>0.55200000000000005</c:v>
                </c:pt>
                <c:pt idx="1676">
                  <c:v>0.55200000000000005</c:v>
                </c:pt>
                <c:pt idx="1677">
                  <c:v>0.55200000000000005</c:v>
                </c:pt>
                <c:pt idx="1678">
                  <c:v>0.55200000000000005</c:v>
                </c:pt>
                <c:pt idx="1679">
                  <c:v>0.55200000000000005</c:v>
                </c:pt>
                <c:pt idx="1680">
                  <c:v>-3.964</c:v>
                </c:pt>
                <c:pt idx="1681">
                  <c:v>0.55200000000000005</c:v>
                </c:pt>
                <c:pt idx="1682">
                  <c:v>0.55200000000000005</c:v>
                </c:pt>
                <c:pt idx="1683">
                  <c:v>0.55200000000000005</c:v>
                </c:pt>
                <c:pt idx="1684">
                  <c:v>0.55200000000000005</c:v>
                </c:pt>
                <c:pt idx="1685">
                  <c:v>0.55200000000000005</c:v>
                </c:pt>
                <c:pt idx="1686">
                  <c:v>0.55200000000000005</c:v>
                </c:pt>
                <c:pt idx="1687">
                  <c:v>1.135</c:v>
                </c:pt>
                <c:pt idx="1688">
                  <c:v>0.55200000000000005</c:v>
                </c:pt>
                <c:pt idx="1689">
                  <c:v>0.55200000000000005</c:v>
                </c:pt>
                <c:pt idx="1690">
                  <c:v>0.55200000000000005</c:v>
                </c:pt>
                <c:pt idx="1691">
                  <c:v>0.55200000000000005</c:v>
                </c:pt>
                <c:pt idx="1692">
                  <c:v>0.55200000000000005</c:v>
                </c:pt>
                <c:pt idx="1693">
                  <c:v>0.55200000000000005</c:v>
                </c:pt>
                <c:pt idx="1694">
                  <c:v>0.55200000000000005</c:v>
                </c:pt>
                <c:pt idx="1695">
                  <c:v>0.55200000000000005</c:v>
                </c:pt>
                <c:pt idx="1696">
                  <c:v>0.55200000000000005</c:v>
                </c:pt>
                <c:pt idx="1697">
                  <c:v>0.55200000000000005</c:v>
                </c:pt>
                <c:pt idx="1698">
                  <c:v>0.55200000000000005</c:v>
                </c:pt>
                <c:pt idx="1699">
                  <c:v>0.55200000000000005</c:v>
                </c:pt>
                <c:pt idx="1700">
                  <c:v>0.55200000000000005</c:v>
                </c:pt>
                <c:pt idx="1701">
                  <c:v>0.55200000000000005</c:v>
                </c:pt>
                <c:pt idx="1702">
                  <c:v>0.55200000000000005</c:v>
                </c:pt>
                <c:pt idx="1703">
                  <c:v>0.55200000000000005</c:v>
                </c:pt>
                <c:pt idx="1704">
                  <c:v>0.55200000000000005</c:v>
                </c:pt>
                <c:pt idx="1705">
                  <c:v>0.55200000000000005</c:v>
                </c:pt>
                <c:pt idx="1706">
                  <c:v>0.55200000000000005</c:v>
                </c:pt>
                <c:pt idx="1707">
                  <c:v>-2.3010000000000002</c:v>
                </c:pt>
                <c:pt idx="1708">
                  <c:v>0.55200000000000005</c:v>
                </c:pt>
                <c:pt idx="1709">
                  <c:v>0.55200000000000005</c:v>
                </c:pt>
                <c:pt idx="1710">
                  <c:v>0.55200000000000005</c:v>
                </c:pt>
                <c:pt idx="1711">
                  <c:v>0.55200000000000005</c:v>
                </c:pt>
                <c:pt idx="1712">
                  <c:v>0.55200000000000005</c:v>
                </c:pt>
                <c:pt idx="1713">
                  <c:v>-5.1539999999999999</c:v>
                </c:pt>
                <c:pt idx="1714">
                  <c:v>0.55200000000000005</c:v>
                </c:pt>
                <c:pt idx="1715">
                  <c:v>0.55200000000000005</c:v>
                </c:pt>
                <c:pt idx="1716">
                  <c:v>0.55200000000000005</c:v>
                </c:pt>
                <c:pt idx="1717">
                  <c:v>0.55200000000000005</c:v>
                </c:pt>
                <c:pt idx="1718">
                  <c:v>-5.1539999999999999</c:v>
                </c:pt>
                <c:pt idx="1719">
                  <c:v>0.55200000000000005</c:v>
                </c:pt>
                <c:pt idx="1720">
                  <c:v>0.55200000000000005</c:v>
                </c:pt>
                <c:pt idx="1721">
                  <c:v>0.55200000000000005</c:v>
                </c:pt>
                <c:pt idx="1722">
                  <c:v>0.55200000000000005</c:v>
                </c:pt>
                <c:pt idx="1723">
                  <c:v>0.55200000000000005</c:v>
                </c:pt>
                <c:pt idx="1724">
                  <c:v>-5.1539999999999999</c:v>
                </c:pt>
                <c:pt idx="1725">
                  <c:v>0.55200000000000005</c:v>
                </c:pt>
                <c:pt idx="1726">
                  <c:v>0.55200000000000005</c:v>
                </c:pt>
                <c:pt idx="1727">
                  <c:v>2.1560000000000001</c:v>
                </c:pt>
                <c:pt idx="1728">
                  <c:v>-5.1539999999999999</c:v>
                </c:pt>
                <c:pt idx="1729">
                  <c:v>0.55200000000000005</c:v>
                </c:pt>
                <c:pt idx="1730">
                  <c:v>0.55200000000000005</c:v>
                </c:pt>
                <c:pt idx="1731">
                  <c:v>0.55200000000000005</c:v>
                </c:pt>
                <c:pt idx="1732">
                  <c:v>0.55200000000000005</c:v>
                </c:pt>
                <c:pt idx="1733">
                  <c:v>0.55200000000000005</c:v>
                </c:pt>
                <c:pt idx="1734">
                  <c:v>0.55200000000000005</c:v>
                </c:pt>
                <c:pt idx="1735">
                  <c:v>-5.1539999999999999</c:v>
                </c:pt>
                <c:pt idx="1736">
                  <c:v>0.55200000000000005</c:v>
                </c:pt>
                <c:pt idx="1737">
                  <c:v>0.55200000000000005</c:v>
                </c:pt>
                <c:pt idx="1738">
                  <c:v>0.55200000000000005</c:v>
                </c:pt>
                <c:pt idx="1739">
                  <c:v>-5.8879999999999999</c:v>
                </c:pt>
                <c:pt idx="1740">
                  <c:v>0.55200000000000005</c:v>
                </c:pt>
                <c:pt idx="1741">
                  <c:v>0.55200000000000005</c:v>
                </c:pt>
                <c:pt idx="1742">
                  <c:v>0.55200000000000005</c:v>
                </c:pt>
                <c:pt idx="1743">
                  <c:v>0.55200000000000005</c:v>
                </c:pt>
                <c:pt idx="1744">
                  <c:v>0.55200000000000005</c:v>
                </c:pt>
                <c:pt idx="1745">
                  <c:v>0.55200000000000005</c:v>
                </c:pt>
                <c:pt idx="1746">
                  <c:v>0.55200000000000005</c:v>
                </c:pt>
                <c:pt idx="1747">
                  <c:v>0.55200000000000005</c:v>
                </c:pt>
                <c:pt idx="1748">
                  <c:v>-2.6680000000000001</c:v>
                </c:pt>
                <c:pt idx="1749">
                  <c:v>-2.6680000000000001</c:v>
                </c:pt>
                <c:pt idx="1750">
                  <c:v>-2.6680000000000001</c:v>
                </c:pt>
                <c:pt idx="1751">
                  <c:v>0.55200000000000005</c:v>
                </c:pt>
                <c:pt idx="1752">
                  <c:v>0.55200000000000005</c:v>
                </c:pt>
                <c:pt idx="1753">
                  <c:v>0.55200000000000005</c:v>
                </c:pt>
                <c:pt idx="1754">
                  <c:v>0.55200000000000005</c:v>
                </c:pt>
                <c:pt idx="1755">
                  <c:v>0.55200000000000005</c:v>
                </c:pt>
                <c:pt idx="1756">
                  <c:v>0.55200000000000005</c:v>
                </c:pt>
                <c:pt idx="1757">
                  <c:v>-5.8879999999999999</c:v>
                </c:pt>
                <c:pt idx="1758">
                  <c:v>-5.8879999999999999</c:v>
                </c:pt>
                <c:pt idx="1759">
                  <c:v>0.55200000000000005</c:v>
                </c:pt>
                <c:pt idx="1760">
                  <c:v>0.55200000000000005</c:v>
                </c:pt>
                <c:pt idx="1761">
                  <c:v>-6.7160000000000002</c:v>
                </c:pt>
                <c:pt idx="1762">
                  <c:v>0.55200000000000005</c:v>
                </c:pt>
                <c:pt idx="1763">
                  <c:v>0.55200000000000005</c:v>
                </c:pt>
                <c:pt idx="1764">
                  <c:v>0.55200000000000005</c:v>
                </c:pt>
                <c:pt idx="1765">
                  <c:v>0.55200000000000005</c:v>
                </c:pt>
                <c:pt idx="1766">
                  <c:v>0.55200000000000005</c:v>
                </c:pt>
                <c:pt idx="1767">
                  <c:v>0.55200000000000005</c:v>
                </c:pt>
                <c:pt idx="1768">
                  <c:v>0.55200000000000005</c:v>
                </c:pt>
                <c:pt idx="1769">
                  <c:v>0.55200000000000005</c:v>
                </c:pt>
                <c:pt idx="1770">
                  <c:v>-6.7160000000000002</c:v>
                </c:pt>
                <c:pt idx="1771">
                  <c:v>-6.7160000000000002</c:v>
                </c:pt>
                <c:pt idx="1772">
                  <c:v>-6.7160000000000002</c:v>
                </c:pt>
                <c:pt idx="1773">
                  <c:v>0.55200000000000005</c:v>
                </c:pt>
                <c:pt idx="1774">
                  <c:v>-6.016</c:v>
                </c:pt>
                <c:pt idx="1775">
                  <c:v>-6.7160000000000002</c:v>
                </c:pt>
                <c:pt idx="1776">
                  <c:v>-6.7160000000000002</c:v>
                </c:pt>
                <c:pt idx="1777">
                  <c:v>0.55200000000000005</c:v>
                </c:pt>
                <c:pt idx="1778">
                  <c:v>0.55200000000000005</c:v>
                </c:pt>
                <c:pt idx="1779">
                  <c:v>0.55200000000000005</c:v>
                </c:pt>
                <c:pt idx="1780">
                  <c:v>-6.7160000000000002</c:v>
                </c:pt>
                <c:pt idx="1781">
                  <c:v>-6.7160000000000002</c:v>
                </c:pt>
                <c:pt idx="1782">
                  <c:v>-6.7160000000000002</c:v>
                </c:pt>
                <c:pt idx="1783">
                  <c:v>2.15</c:v>
                </c:pt>
                <c:pt idx="1784">
                  <c:v>0.55200000000000005</c:v>
                </c:pt>
                <c:pt idx="1785">
                  <c:v>0.55200000000000005</c:v>
                </c:pt>
                <c:pt idx="1786">
                  <c:v>0.55200000000000005</c:v>
                </c:pt>
                <c:pt idx="1787">
                  <c:v>0.55200000000000005</c:v>
                </c:pt>
                <c:pt idx="1788">
                  <c:v>0.55200000000000005</c:v>
                </c:pt>
                <c:pt idx="1789">
                  <c:v>0.55200000000000005</c:v>
                </c:pt>
                <c:pt idx="1790">
                  <c:v>0.55200000000000005</c:v>
                </c:pt>
                <c:pt idx="1791">
                  <c:v>0.55200000000000005</c:v>
                </c:pt>
                <c:pt idx="1792">
                  <c:v>0.55200000000000005</c:v>
                </c:pt>
                <c:pt idx="1793">
                  <c:v>0.55200000000000005</c:v>
                </c:pt>
                <c:pt idx="1794">
                  <c:v>0.55200000000000005</c:v>
                </c:pt>
                <c:pt idx="1795">
                  <c:v>0.55200000000000005</c:v>
                </c:pt>
                <c:pt idx="1796">
                  <c:v>1.0089999999999999</c:v>
                </c:pt>
                <c:pt idx="1797">
                  <c:v>1.0089999999999999</c:v>
                </c:pt>
                <c:pt idx="1798">
                  <c:v>1.0089999999999999</c:v>
                </c:pt>
                <c:pt idx="1799">
                  <c:v>0.55200000000000005</c:v>
                </c:pt>
                <c:pt idx="1800">
                  <c:v>0.55200000000000005</c:v>
                </c:pt>
                <c:pt idx="1801">
                  <c:v>0.55200000000000005</c:v>
                </c:pt>
                <c:pt idx="1802">
                  <c:v>0.55200000000000005</c:v>
                </c:pt>
                <c:pt idx="1803">
                  <c:v>0.55200000000000005</c:v>
                </c:pt>
                <c:pt idx="1804">
                  <c:v>0.55200000000000005</c:v>
                </c:pt>
                <c:pt idx="1805">
                  <c:v>0.55200000000000005</c:v>
                </c:pt>
                <c:pt idx="1806">
                  <c:v>0.55200000000000005</c:v>
                </c:pt>
                <c:pt idx="1807">
                  <c:v>0.55200000000000005</c:v>
                </c:pt>
                <c:pt idx="1808">
                  <c:v>0.55200000000000005</c:v>
                </c:pt>
                <c:pt idx="1809">
                  <c:v>0.55200000000000005</c:v>
                </c:pt>
                <c:pt idx="1810">
                  <c:v>0.55200000000000005</c:v>
                </c:pt>
                <c:pt idx="1811">
                  <c:v>0.55200000000000005</c:v>
                </c:pt>
                <c:pt idx="1812">
                  <c:v>0.55200000000000005</c:v>
                </c:pt>
                <c:pt idx="1813">
                  <c:v>0.55200000000000005</c:v>
                </c:pt>
                <c:pt idx="1814">
                  <c:v>0.55200000000000005</c:v>
                </c:pt>
                <c:pt idx="1815">
                  <c:v>0.55200000000000005</c:v>
                </c:pt>
                <c:pt idx="1816">
                  <c:v>0.55200000000000005</c:v>
                </c:pt>
                <c:pt idx="1817">
                  <c:v>0.55200000000000005</c:v>
                </c:pt>
                <c:pt idx="1818">
                  <c:v>0.55200000000000005</c:v>
                </c:pt>
                <c:pt idx="1819">
                  <c:v>0.55200000000000005</c:v>
                </c:pt>
                <c:pt idx="1820">
                  <c:v>0.55200000000000005</c:v>
                </c:pt>
                <c:pt idx="1821">
                  <c:v>0.55200000000000005</c:v>
                </c:pt>
                <c:pt idx="1822">
                  <c:v>0.55200000000000005</c:v>
                </c:pt>
                <c:pt idx="1823">
                  <c:v>0.55200000000000005</c:v>
                </c:pt>
                <c:pt idx="1824">
                  <c:v>0.55200000000000005</c:v>
                </c:pt>
                <c:pt idx="1825">
                  <c:v>0.55200000000000005</c:v>
                </c:pt>
                <c:pt idx="1826">
                  <c:v>0.55200000000000005</c:v>
                </c:pt>
                <c:pt idx="1827">
                  <c:v>0.55200000000000005</c:v>
                </c:pt>
                <c:pt idx="1828">
                  <c:v>0.55200000000000005</c:v>
                </c:pt>
                <c:pt idx="1829">
                  <c:v>0.55200000000000005</c:v>
                </c:pt>
                <c:pt idx="1830">
                  <c:v>0.55200000000000005</c:v>
                </c:pt>
                <c:pt idx="1831">
                  <c:v>0.55200000000000005</c:v>
                </c:pt>
                <c:pt idx="1832">
                  <c:v>0.55200000000000005</c:v>
                </c:pt>
                <c:pt idx="1833">
                  <c:v>0.55200000000000005</c:v>
                </c:pt>
                <c:pt idx="1834">
                  <c:v>0.55200000000000005</c:v>
                </c:pt>
                <c:pt idx="1835">
                  <c:v>0.55200000000000005</c:v>
                </c:pt>
                <c:pt idx="1836">
                  <c:v>2.5590000000000002</c:v>
                </c:pt>
                <c:pt idx="1837">
                  <c:v>0.55200000000000005</c:v>
                </c:pt>
                <c:pt idx="1838">
                  <c:v>3.48</c:v>
                </c:pt>
                <c:pt idx="1839">
                  <c:v>-2.573</c:v>
                </c:pt>
                <c:pt idx="1840">
                  <c:v>3.48</c:v>
                </c:pt>
                <c:pt idx="1841">
                  <c:v>3.48</c:v>
                </c:pt>
                <c:pt idx="1842">
                  <c:v>-7.2389999999999999</c:v>
                </c:pt>
                <c:pt idx="1843">
                  <c:v>3.48</c:v>
                </c:pt>
                <c:pt idx="1844">
                  <c:v>-7.2389999999999999</c:v>
                </c:pt>
                <c:pt idx="1845">
                  <c:v>-0.75800000000000001</c:v>
                </c:pt>
                <c:pt idx="1846">
                  <c:v>-0.93799999999999994</c:v>
                </c:pt>
                <c:pt idx="1847">
                  <c:v>3.371</c:v>
                </c:pt>
                <c:pt idx="1848">
                  <c:v>-0.93799999999999994</c:v>
                </c:pt>
                <c:pt idx="1849">
                  <c:v>3.371</c:v>
                </c:pt>
                <c:pt idx="1850">
                  <c:v>-7.5389999999999997</c:v>
                </c:pt>
                <c:pt idx="1851">
                  <c:v>0.33100000000000002</c:v>
                </c:pt>
                <c:pt idx="1852">
                  <c:v>6.2110000000000003</c:v>
                </c:pt>
                <c:pt idx="1853">
                  <c:v>2.7610000000000001</c:v>
                </c:pt>
                <c:pt idx="1854">
                  <c:v>3.4710000000000001</c:v>
                </c:pt>
                <c:pt idx="1855">
                  <c:v>3.48</c:v>
                </c:pt>
                <c:pt idx="1856">
                  <c:v>-5.819</c:v>
                </c:pt>
                <c:pt idx="1857">
                  <c:v>-4.399</c:v>
                </c:pt>
                <c:pt idx="1858">
                  <c:v>-4.399</c:v>
                </c:pt>
                <c:pt idx="1859">
                  <c:v>-4.399</c:v>
                </c:pt>
                <c:pt idx="1860">
                  <c:v>-4.399</c:v>
                </c:pt>
                <c:pt idx="1861">
                  <c:v>-4.0880000000000001</c:v>
                </c:pt>
                <c:pt idx="1862">
                  <c:v>0.94499999999999995</c:v>
                </c:pt>
                <c:pt idx="1863">
                  <c:v>3.371</c:v>
                </c:pt>
                <c:pt idx="1864">
                  <c:v>3.371</c:v>
                </c:pt>
                <c:pt idx="1865">
                  <c:v>3.371</c:v>
                </c:pt>
                <c:pt idx="1866">
                  <c:v>3.371</c:v>
                </c:pt>
                <c:pt idx="1867">
                  <c:v>3.371</c:v>
                </c:pt>
                <c:pt idx="1868">
                  <c:v>3.371</c:v>
                </c:pt>
                <c:pt idx="1869">
                  <c:v>-3.7690000000000001</c:v>
                </c:pt>
                <c:pt idx="1870">
                  <c:v>-3.7690000000000001</c:v>
                </c:pt>
                <c:pt idx="1871">
                  <c:v>-3.7690000000000001</c:v>
                </c:pt>
                <c:pt idx="1872">
                  <c:v>-3.7690000000000001</c:v>
                </c:pt>
                <c:pt idx="1873">
                  <c:v>-3.7690000000000001</c:v>
                </c:pt>
                <c:pt idx="1874">
                  <c:v>-3.7690000000000001</c:v>
                </c:pt>
                <c:pt idx="1875">
                  <c:v>3.371</c:v>
                </c:pt>
                <c:pt idx="1876">
                  <c:v>-3.7690000000000001</c:v>
                </c:pt>
                <c:pt idx="1877">
                  <c:v>-3.7690000000000001</c:v>
                </c:pt>
                <c:pt idx="1878">
                  <c:v>-3.7690000000000001</c:v>
                </c:pt>
                <c:pt idx="1879">
                  <c:v>-3.7690000000000001</c:v>
                </c:pt>
                <c:pt idx="1880">
                  <c:v>2.7610000000000001</c:v>
                </c:pt>
                <c:pt idx="1881">
                  <c:v>-0.24199999999999999</c:v>
                </c:pt>
                <c:pt idx="1882">
                  <c:v>-0.93799999999999994</c:v>
                </c:pt>
                <c:pt idx="1883">
                  <c:v>-0.93799999999999994</c:v>
                </c:pt>
                <c:pt idx="1884">
                  <c:v>2.2610000000000001</c:v>
                </c:pt>
                <c:pt idx="1885">
                  <c:v>2.2610000000000001</c:v>
                </c:pt>
                <c:pt idx="1886">
                  <c:v>-0.93799999999999994</c:v>
                </c:pt>
                <c:pt idx="1887">
                  <c:v>-0.93799999999999994</c:v>
                </c:pt>
                <c:pt idx="1888">
                  <c:v>-0.93799999999999994</c:v>
                </c:pt>
                <c:pt idx="1889">
                  <c:v>-0.93799999999999994</c:v>
                </c:pt>
                <c:pt idx="1890">
                  <c:v>3.504</c:v>
                </c:pt>
                <c:pt idx="1891">
                  <c:v>3.504</c:v>
                </c:pt>
                <c:pt idx="1892">
                  <c:v>-2.8690000000000002</c:v>
                </c:pt>
                <c:pt idx="1893">
                  <c:v>3.504</c:v>
                </c:pt>
                <c:pt idx="1894">
                  <c:v>3.504</c:v>
                </c:pt>
                <c:pt idx="1895">
                  <c:v>3.504</c:v>
                </c:pt>
                <c:pt idx="1896">
                  <c:v>3.504</c:v>
                </c:pt>
                <c:pt idx="1897">
                  <c:v>3.504</c:v>
                </c:pt>
                <c:pt idx="1898">
                  <c:v>3.504</c:v>
                </c:pt>
                <c:pt idx="1899">
                  <c:v>3.48</c:v>
                </c:pt>
                <c:pt idx="1900">
                  <c:v>3.48</c:v>
                </c:pt>
                <c:pt idx="1901">
                  <c:v>3.48</c:v>
                </c:pt>
                <c:pt idx="1902">
                  <c:v>3.48</c:v>
                </c:pt>
                <c:pt idx="1903">
                  <c:v>-2.573</c:v>
                </c:pt>
                <c:pt idx="1904">
                  <c:v>-3.96</c:v>
                </c:pt>
                <c:pt idx="1905">
                  <c:v>-2.573</c:v>
                </c:pt>
                <c:pt idx="1906">
                  <c:v>-2.2389999999999999</c:v>
                </c:pt>
                <c:pt idx="1907">
                  <c:v>-3.96</c:v>
                </c:pt>
                <c:pt idx="1908">
                  <c:v>-3.96</c:v>
                </c:pt>
                <c:pt idx="1909">
                  <c:v>-2.573</c:v>
                </c:pt>
                <c:pt idx="1910">
                  <c:v>-2.3069999999999999</c:v>
                </c:pt>
                <c:pt idx="1911">
                  <c:v>-1.9390000000000001</c:v>
                </c:pt>
                <c:pt idx="1912">
                  <c:v>-3.96</c:v>
                </c:pt>
                <c:pt idx="1913">
                  <c:v>3.48</c:v>
                </c:pt>
                <c:pt idx="1914">
                  <c:v>0.94899999999999995</c:v>
                </c:pt>
                <c:pt idx="1915">
                  <c:v>3.48</c:v>
                </c:pt>
                <c:pt idx="1916">
                  <c:v>-1.012</c:v>
                </c:pt>
                <c:pt idx="1917">
                  <c:v>-0.93799999999999994</c:v>
                </c:pt>
                <c:pt idx="1918">
                  <c:v>-0.93799999999999994</c:v>
                </c:pt>
                <c:pt idx="1919">
                  <c:v>-0.93799999999999994</c:v>
                </c:pt>
                <c:pt idx="1920">
                  <c:v>-0.93799999999999994</c:v>
                </c:pt>
                <c:pt idx="1921">
                  <c:v>-0.96799999999999997</c:v>
                </c:pt>
                <c:pt idx="1922">
                  <c:v>-0.93799999999999994</c:v>
                </c:pt>
                <c:pt idx="1923">
                  <c:v>-0.93799999999999994</c:v>
                </c:pt>
                <c:pt idx="1924">
                  <c:v>-0.93799999999999994</c:v>
                </c:pt>
                <c:pt idx="1925">
                  <c:v>3.371</c:v>
                </c:pt>
                <c:pt idx="1926">
                  <c:v>3.371</c:v>
                </c:pt>
                <c:pt idx="1927">
                  <c:v>3.371</c:v>
                </c:pt>
                <c:pt idx="1928">
                  <c:v>3.371</c:v>
                </c:pt>
                <c:pt idx="1929">
                  <c:v>3.371</c:v>
                </c:pt>
                <c:pt idx="1930">
                  <c:v>3.371</c:v>
                </c:pt>
                <c:pt idx="1931">
                  <c:v>3.371</c:v>
                </c:pt>
                <c:pt idx="1932">
                  <c:v>3.371</c:v>
                </c:pt>
                <c:pt idx="1933">
                  <c:v>3.371</c:v>
                </c:pt>
                <c:pt idx="1934">
                  <c:v>3.371</c:v>
                </c:pt>
                <c:pt idx="1935">
                  <c:v>3.371</c:v>
                </c:pt>
                <c:pt idx="1936">
                  <c:v>3.371</c:v>
                </c:pt>
                <c:pt idx="1937">
                  <c:v>3.371</c:v>
                </c:pt>
                <c:pt idx="1938">
                  <c:v>3.371</c:v>
                </c:pt>
                <c:pt idx="1939">
                  <c:v>3.371</c:v>
                </c:pt>
                <c:pt idx="1940">
                  <c:v>-2.573</c:v>
                </c:pt>
                <c:pt idx="1941">
                  <c:v>0.40100000000000002</c:v>
                </c:pt>
                <c:pt idx="1942">
                  <c:v>-0.91</c:v>
                </c:pt>
                <c:pt idx="1943">
                  <c:v>-2.7389999999999999</c:v>
                </c:pt>
                <c:pt idx="1944">
                  <c:v>-2.573</c:v>
                </c:pt>
                <c:pt idx="1945">
                  <c:v>-6.0389999999999997</c:v>
                </c:pt>
                <c:pt idx="1946">
                  <c:v>10.706</c:v>
                </c:pt>
                <c:pt idx="1947">
                  <c:v>-0.96699999999999997</c:v>
                </c:pt>
                <c:pt idx="1948">
                  <c:v>7.5110000000000001</c:v>
                </c:pt>
                <c:pt idx="1949">
                  <c:v>-0.82399999999999995</c:v>
                </c:pt>
                <c:pt idx="1950">
                  <c:v>-3.581</c:v>
                </c:pt>
                <c:pt idx="1951">
                  <c:v>-1.5820000000000001</c:v>
                </c:pt>
                <c:pt idx="1952">
                  <c:v>0.59499999999999997</c:v>
                </c:pt>
                <c:pt idx="1953">
                  <c:v>-6.7389999999999999</c:v>
                </c:pt>
                <c:pt idx="1954">
                  <c:v>-2.4990000000000001</c:v>
                </c:pt>
                <c:pt idx="1955">
                  <c:v>-2.573</c:v>
                </c:pt>
                <c:pt idx="1956">
                  <c:v>-4.5350000000000001</c:v>
                </c:pt>
                <c:pt idx="1957">
                  <c:v>-0.91300000000000003</c:v>
                </c:pt>
                <c:pt idx="1958">
                  <c:v>-5.7889999999999997</c:v>
                </c:pt>
                <c:pt idx="1959">
                  <c:v>3.56</c:v>
                </c:pt>
                <c:pt idx="1960">
                  <c:v>3.56</c:v>
                </c:pt>
                <c:pt idx="1961">
                  <c:v>-1.7649999999999999</c:v>
                </c:pt>
                <c:pt idx="1962">
                  <c:v>0.89700000000000002</c:v>
                </c:pt>
                <c:pt idx="1963">
                  <c:v>-1.7649999999999999</c:v>
                </c:pt>
                <c:pt idx="1964">
                  <c:v>4.476</c:v>
                </c:pt>
                <c:pt idx="1965">
                  <c:v>4.476</c:v>
                </c:pt>
                <c:pt idx="1966">
                  <c:v>-1.7649999999999999</c:v>
                </c:pt>
                <c:pt idx="1967">
                  <c:v>-1.7649999999999999</c:v>
                </c:pt>
                <c:pt idx="1968">
                  <c:v>-1.7649999999999999</c:v>
                </c:pt>
                <c:pt idx="1969">
                  <c:v>-1.7649999999999999</c:v>
                </c:pt>
                <c:pt idx="1970">
                  <c:v>-1.7649999999999999</c:v>
                </c:pt>
                <c:pt idx="1971">
                  <c:v>-0.41199999999999998</c:v>
                </c:pt>
                <c:pt idx="1972">
                  <c:v>-1.7649999999999999</c:v>
                </c:pt>
                <c:pt idx="1973">
                  <c:v>-1.635</c:v>
                </c:pt>
                <c:pt idx="1974">
                  <c:v>-1.7649999999999999</c:v>
                </c:pt>
                <c:pt idx="1975">
                  <c:v>3.76</c:v>
                </c:pt>
                <c:pt idx="1976">
                  <c:v>-1.7649999999999999</c:v>
                </c:pt>
                <c:pt idx="1977">
                  <c:v>3.544</c:v>
                </c:pt>
                <c:pt idx="1978">
                  <c:v>-1.7649999999999999</c:v>
                </c:pt>
                <c:pt idx="1979">
                  <c:v>-1.7649999999999999</c:v>
                </c:pt>
                <c:pt idx="1980">
                  <c:v>-1.7649999999999999</c:v>
                </c:pt>
                <c:pt idx="1981">
                  <c:v>-1.7649999999999999</c:v>
                </c:pt>
                <c:pt idx="1982">
                  <c:v>2.4849999999999999</c:v>
                </c:pt>
                <c:pt idx="1983">
                  <c:v>-0.14499999999999999</c:v>
                </c:pt>
                <c:pt idx="1984">
                  <c:v>-0.14499999999999999</c:v>
                </c:pt>
                <c:pt idx="1985">
                  <c:v>-0.14499999999999999</c:v>
                </c:pt>
                <c:pt idx="1986">
                  <c:v>-0.14499999999999999</c:v>
                </c:pt>
                <c:pt idx="1987">
                  <c:v>-0.14499999999999999</c:v>
                </c:pt>
                <c:pt idx="1988">
                  <c:v>-0.14499999999999999</c:v>
                </c:pt>
                <c:pt idx="1989">
                  <c:v>-0.14499999999999999</c:v>
                </c:pt>
                <c:pt idx="1990">
                  <c:v>-0.14499999999999999</c:v>
                </c:pt>
                <c:pt idx="1991">
                  <c:v>-0.14499999999999999</c:v>
                </c:pt>
                <c:pt idx="1992">
                  <c:v>6.4009999999999998</c:v>
                </c:pt>
                <c:pt idx="1993">
                  <c:v>-0.14499999999999999</c:v>
                </c:pt>
                <c:pt idx="1994">
                  <c:v>-0.14499999999999999</c:v>
                </c:pt>
                <c:pt idx="1995">
                  <c:v>-0.14499999999999999</c:v>
                </c:pt>
                <c:pt idx="1996">
                  <c:v>-0.14499999999999999</c:v>
                </c:pt>
                <c:pt idx="1997">
                  <c:v>-0.14499999999999999</c:v>
                </c:pt>
                <c:pt idx="1998">
                  <c:v>-0.14499999999999999</c:v>
                </c:pt>
                <c:pt idx="1999">
                  <c:v>-0.14499999999999999</c:v>
                </c:pt>
                <c:pt idx="2000">
                  <c:v>-0.14499999999999999</c:v>
                </c:pt>
                <c:pt idx="2001">
                  <c:v>-0.14499999999999999</c:v>
                </c:pt>
                <c:pt idx="2002">
                  <c:v>-0.14499999999999999</c:v>
                </c:pt>
                <c:pt idx="2003">
                  <c:v>-0.14499999999999999</c:v>
                </c:pt>
                <c:pt idx="2004">
                  <c:v>-0.14499999999999999</c:v>
                </c:pt>
                <c:pt idx="2005">
                  <c:v>-0.14499999999999999</c:v>
                </c:pt>
                <c:pt idx="2006">
                  <c:v>-0.14499999999999999</c:v>
                </c:pt>
                <c:pt idx="2007">
                  <c:v>-0.14499999999999999</c:v>
                </c:pt>
                <c:pt idx="2008">
                  <c:v>-0.14499999999999999</c:v>
                </c:pt>
                <c:pt idx="2009">
                  <c:v>-0.14499999999999999</c:v>
                </c:pt>
                <c:pt idx="2010">
                  <c:v>-0.14499999999999999</c:v>
                </c:pt>
                <c:pt idx="2011">
                  <c:v>-0.14499999999999999</c:v>
                </c:pt>
                <c:pt idx="2012">
                  <c:v>-0.14499999999999999</c:v>
                </c:pt>
                <c:pt idx="2013">
                  <c:v>-0.14499999999999999</c:v>
                </c:pt>
                <c:pt idx="2014">
                  <c:v>-0.14499999999999999</c:v>
                </c:pt>
                <c:pt idx="2015">
                  <c:v>-0.14499999999999999</c:v>
                </c:pt>
                <c:pt idx="2016">
                  <c:v>-0.14499999999999999</c:v>
                </c:pt>
                <c:pt idx="2017">
                  <c:v>-0.14499999999999999</c:v>
                </c:pt>
                <c:pt idx="2018">
                  <c:v>-0.14499999999999999</c:v>
                </c:pt>
                <c:pt idx="2019">
                  <c:v>-0.14499999999999999</c:v>
                </c:pt>
                <c:pt idx="2020">
                  <c:v>-0.14499999999999999</c:v>
                </c:pt>
                <c:pt idx="2021">
                  <c:v>-0.14499999999999999</c:v>
                </c:pt>
                <c:pt idx="2022">
                  <c:v>-0.14499999999999999</c:v>
                </c:pt>
                <c:pt idx="2023">
                  <c:v>-0.14499999999999999</c:v>
                </c:pt>
                <c:pt idx="2024">
                  <c:v>-0.14499999999999999</c:v>
                </c:pt>
                <c:pt idx="2025">
                  <c:v>-0.14499999999999999</c:v>
                </c:pt>
                <c:pt idx="2026">
                  <c:v>-0.14499999999999999</c:v>
                </c:pt>
                <c:pt idx="2027">
                  <c:v>-0.14499999999999999</c:v>
                </c:pt>
                <c:pt idx="2028">
                  <c:v>-0.38400000000000001</c:v>
                </c:pt>
                <c:pt idx="2029">
                  <c:v>-0.38400000000000001</c:v>
                </c:pt>
                <c:pt idx="2030">
                  <c:v>-0.38400000000000001</c:v>
                </c:pt>
                <c:pt idx="2031">
                  <c:v>6.048</c:v>
                </c:pt>
                <c:pt idx="2032">
                  <c:v>-0.38400000000000001</c:v>
                </c:pt>
                <c:pt idx="2033">
                  <c:v>-0.38400000000000001</c:v>
                </c:pt>
                <c:pt idx="2034">
                  <c:v>-0.38400000000000001</c:v>
                </c:pt>
                <c:pt idx="2035">
                  <c:v>4.2560000000000002</c:v>
                </c:pt>
                <c:pt idx="2036">
                  <c:v>5.766</c:v>
                </c:pt>
                <c:pt idx="2037">
                  <c:v>-0.38400000000000001</c:v>
                </c:pt>
                <c:pt idx="2038">
                  <c:v>-0.38400000000000001</c:v>
                </c:pt>
                <c:pt idx="2039">
                  <c:v>-0.38400000000000001</c:v>
                </c:pt>
                <c:pt idx="2040">
                  <c:v>-0.38400000000000001</c:v>
                </c:pt>
                <c:pt idx="2041">
                  <c:v>-0.38400000000000001</c:v>
                </c:pt>
                <c:pt idx="2042">
                  <c:v>-0.38400000000000001</c:v>
                </c:pt>
                <c:pt idx="2043">
                  <c:v>-0.38400000000000001</c:v>
                </c:pt>
                <c:pt idx="2044">
                  <c:v>-0.38400000000000001</c:v>
                </c:pt>
                <c:pt idx="2045">
                  <c:v>-0.38400000000000001</c:v>
                </c:pt>
                <c:pt idx="2046">
                  <c:v>-0.38400000000000001</c:v>
                </c:pt>
                <c:pt idx="2047">
                  <c:v>-2.4E-2</c:v>
                </c:pt>
                <c:pt idx="2048">
                  <c:v>-2.4E-2</c:v>
                </c:pt>
                <c:pt idx="2049">
                  <c:v>-2.4E-2</c:v>
                </c:pt>
                <c:pt idx="2050">
                  <c:v>-0.38400000000000001</c:v>
                </c:pt>
                <c:pt idx="2051">
                  <c:v>-0.38400000000000001</c:v>
                </c:pt>
                <c:pt idx="2052">
                  <c:v>-0.38400000000000001</c:v>
                </c:pt>
                <c:pt idx="2053">
                  <c:v>-0.38400000000000001</c:v>
                </c:pt>
                <c:pt idx="2054">
                  <c:v>-2.4E-2</c:v>
                </c:pt>
                <c:pt idx="2055">
                  <c:v>-2.4E-2</c:v>
                </c:pt>
                <c:pt idx="2056">
                  <c:v>-0.20399999999999999</c:v>
                </c:pt>
                <c:pt idx="2057">
                  <c:v>-0.38400000000000001</c:v>
                </c:pt>
                <c:pt idx="2058">
                  <c:v>-0.38400000000000001</c:v>
                </c:pt>
                <c:pt idx="2059">
                  <c:v>-0.38400000000000001</c:v>
                </c:pt>
                <c:pt idx="2060">
                  <c:v>-0.38400000000000001</c:v>
                </c:pt>
                <c:pt idx="2061">
                  <c:v>-0.38400000000000001</c:v>
                </c:pt>
                <c:pt idx="2062">
                  <c:v>-0.38400000000000001</c:v>
                </c:pt>
                <c:pt idx="2063">
                  <c:v>-0.38400000000000001</c:v>
                </c:pt>
                <c:pt idx="2064">
                  <c:v>-0.38400000000000001</c:v>
                </c:pt>
                <c:pt idx="2065">
                  <c:v>-0.38400000000000001</c:v>
                </c:pt>
                <c:pt idx="2066">
                  <c:v>-0.38400000000000001</c:v>
                </c:pt>
                <c:pt idx="2067">
                  <c:v>-0.38400000000000001</c:v>
                </c:pt>
                <c:pt idx="2068">
                  <c:v>-0.38400000000000001</c:v>
                </c:pt>
                <c:pt idx="2069">
                  <c:v>-0.38400000000000001</c:v>
                </c:pt>
                <c:pt idx="2070">
                  <c:v>-0.38400000000000001</c:v>
                </c:pt>
                <c:pt idx="2071">
                  <c:v>-0.38400000000000001</c:v>
                </c:pt>
                <c:pt idx="2072">
                  <c:v>-0.38400000000000001</c:v>
                </c:pt>
                <c:pt idx="2073">
                  <c:v>-0.38400000000000001</c:v>
                </c:pt>
                <c:pt idx="2074">
                  <c:v>-0.38400000000000001</c:v>
                </c:pt>
                <c:pt idx="2075">
                  <c:v>-0.38400000000000001</c:v>
                </c:pt>
                <c:pt idx="2076">
                  <c:v>-0.38400000000000001</c:v>
                </c:pt>
                <c:pt idx="2077">
                  <c:v>-0.38400000000000001</c:v>
                </c:pt>
                <c:pt idx="2078">
                  <c:v>2.7480000000000002</c:v>
                </c:pt>
              </c:numCache>
            </c:numRef>
          </c:xVal>
          <c:yVal>
            <c:numRef>
              <c:f>Sheet1!$B$2:$B$2080</c:f>
              <c:numCache>
                <c:formatCode>General</c:formatCode>
                <c:ptCount val="2079"/>
                <c:pt idx="0">
                  <c:v>-0.56599999999999995</c:v>
                </c:pt>
                <c:pt idx="1">
                  <c:v>-3.4000000000000002E-2</c:v>
                </c:pt>
                <c:pt idx="2">
                  <c:v>0.2</c:v>
                </c:pt>
                <c:pt idx="3">
                  <c:v>-1.4E-2</c:v>
                </c:pt>
                <c:pt idx="4">
                  <c:v>0.115</c:v>
                </c:pt>
                <c:pt idx="5">
                  <c:v>-0.33600000000000002</c:v>
                </c:pt>
                <c:pt idx="6">
                  <c:v>-0.23599999999999999</c:v>
                </c:pt>
                <c:pt idx="7">
                  <c:v>-0.13700000000000001</c:v>
                </c:pt>
                <c:pt idx="8">
                  <c:v>-0.251</c:v>
                </c:pt>
                <c:pt idx="9">
                  <c:v>9.2999999999999999E-2</c:v>
                </c:pt>
                <c:pt idx="10">
                  <c:v>-0.16300000000000001</c:v>
                </c:pt>
                <c:pt idx="11">
                  <c:v>-0.73899999999999999</c:v>
                </c:pt>
                <c:pt idx="12">
                  <c:v>-1.0999999999999999E-2</c:v>
                </c:pt>
                <c:pt idx="13">
                  <c:v>-0.21299999999999999</c:v>
                </c:pt>
                <c:pt idx="14">
                  <c:v>7.3999999999999996E-2</c:v>
                </c:pt>
                <c:pt idx="15">
                  <c:v>-0.33100000000000002</c:v>
                </c:pt>
                <c:pt idx="16">
                  <c:v>0.74099999999999999</c:v>
                </c:pt>
                <c:pt idx="17">
                  <c:v>-0.157</c:v>
                </c:pt>
                <c:pt idx="18">
                  <c:v>-0.129</c:v>
                </c:pt>
                <c:pt idx="19">
                  <c:v>-1.4E-2</c:v>
                </c:pt>
                <c:pt idx="20">
                  <c:v>-9.5000000000000001E-2</c:v>
                </c:pt>
                <c:pt idx="21">
                  <c:v>-0.26200000000000001</c:v>
                </c:pt>
                <c:pt idx="22">
                  <c:v>-7.5999999999999998E-2</c:v>
                </c:pt>
                <c:pt idx="23">
                  <c:v>0.68200000000000005</c:v>
                </c:pt>
                <c:pt idx="24">
                  <c:v>0.187</c:v>
                </c:pt>
                <c:pt idx="25">
                  <c:v>0.19</c:v>
                </c:pt>
                <c:pt idx="26">
                  <c:v>-0.26200000000000001</c:v>
                </c:pt>
                <c:pt idx="27">
                  <c:v>-0.35799999999999998</c:v>
                </c:pt>
                <c:pt idx="28">
                  <c:v>-0.39</c:v>
                </c:pt>
                <c:pt idx="29">
                  <c:v>5.0999999999999997E-2</c:v>
                </c:pt>
                <c:pt idx="30">
                  <c:v>-0.503</c:v>
                </c:pt>
                <c:pt idx="31">
                  <c:v>8.5999999999999993E-2</c:v>
                </c:pt>
                <c:pt idx="32">
                  <c:v>0.153</c:v>
                </c:pt>
                <c:pt idx="33">
                  <c:v>-0.13600000000000001</c:v>
                </c:pt>
                <c:pt idx="34">
                  <c:v>0.32300000000000001</c:v>
                </c:pt>
                <c:pt idx="35">
                  <c:v>-8.5000000000000006E-2</c:v>
                </c:pt>
                <c:pt idx="36">
                  <c:v>0.34799999999999998</c:v>
                </c:pt>
                <c:pt idx="37">
                  <c:v>-0.26200000000000001</c:v>
                </c:pt>
                <c:pt idx="38">
                  <c:v>0.39200000000000002</c:v>
                </c:pt>
                <c:pt idx="39">
                  <c:v>-0.26200000000000001</c:v>
                </c:pt>
                <c:pt idx="40">
                  <c:v>0.40100000000000002</c:v>
                </c:pt>
                <c:pt idx="41">
                  <c:v>9.4E-2</c:v>
                </c:pt>
                <c:pt idx="42">
                  <c:v>0.47099999999999997</c:v>
                </c:pt>
                <c:pt idx="43">
                  <c:v>-0.09</c:v>
                </c:pt>
                <c:pt idx="44">
                  <c:v>0.123</c:v>
                </c:pt>
                <c:pt idx="45">
                  <c:v>-0.61899999999999999</c:v>
                </c:pt>
                <c:pt idx="46">
                  <c:v>0.34599999999999997</c:v>
                </c:pt>
                <c:pt idx="47">
                  <c:v>0.28699999999999998</c:v>
                </c:pt>
                <c:pt idx="48">
                  <c:v>0.23</c:v>
                </c:pt>
                <c:pt idx="49">
                  <c:v>0.216</c:v>
                </c:pt>
                <c:pt idx="50">
                  <c:v>-0.63</c:v>
                </c:pt>
                <c:pt idx="51">
                  <c:v>0.49199999999999999</c:v>
                </c:pt>
                <c:pt idx="52">
                  <c:v>0.28299999999999997</c:v>
                </c:pt>
                <c:pt idx="53">
                  <c:v>-0.48499999999999999</c:v>
                </c:pt>
                <c:pt idx="54">
                  <c:v>0.14299999999999999</c:v>
                </c:pt>
                <c:pt idx="55">
                  <c:v>0.11899999999999999</c:v>
                </c:pt>
                <c:pt idx="56">
                  <c:v>-9.1999999999999998E-2</c:v>
                </c:pt>
                <c:pt idx="57">
                  <c:v>-0.16200000000000001</c:v>
                </c:pt>
                <c:pt idx="58">
                  <c:v>0.28799999999999998</c:v>
                </c:pt>
                <c:pt idx="59">
                  <c:v>0.877</c:v>
                </c:pt>
                <c:pt idx="60">
                  <c:v>-0.26200000000000001</c:v>
                </c:pt>
                <c:pt idx="61">
                  <c:v>6.6000000000000003E-2</c:v>
                </c:pt>
                <c:pt idx="62">
                  <c:v>0.17100000000000001</c:v>
                </c:pt>
                <c:pt idx="63">
                  <c:v>-0.27700000000000002</c:v>
                </c:pt>
                <c:pt idx="64">
                  <c:v>0.81699999999999995</c:v>
                </c:pt>
                <c:pt idx="65">
                  <c:v>0.53300000000000003</c:v>
                </c:pt>
                <c:pt idx="66">
                  <c:v>0.16700000000000001</c:v>
                </c:pt>
                <c:pt idx="67">
                  <c:v>-0.77300000000000002</c:v>
                </c:pt>
                <c:pt idx="68">
                  <c:v>-0.17499999999999999</c:v>
                </c:pt>
                <c:pt idx="69">
                  <c:v>0.27900000000000003</c:v>
                </c:pt>
                <c:pt idx="70">
                  <c:v>0.19</c:v>
                </c:pt>
                <c:pt idx="71">
                  <c:v>0.32</c:v>
                </c:pt>
                <c:pt idx="72">
                  <c:v>-0.26200000000000001</c:v>
                </c:pt>
                <c:pt idx="73">
                  <c:v>-8.8999999999999996E-2</c:v>
                </c:pt>
                <c:pt idx="74">
                  <c:v>0.54200000000000004</c:v>
                </c:pt>
                <c:pt idx="75">
                  <c:v>-0.14599999999999999</c:v>
                </c:pt>
                <c:pt idx="76">
                  <c:v>0.122</c:v>
                </c:pt>
                <c:pt idx="77">
                  <c:v>0</c:v>
                </c:pt>
                <c:pt idx="78">
                  <c:v>-0.54300000000000004</c:v>
                </c:pt>
                <c:pt idx="79">
                  <c:v>-0.23799999999999999</c:v>
                </c:pt>
                <c:pt idx="80">
                  <c:v>0.26300000000000001</c:v>
                </c:pt>
                <c:pt idx="81">
                  <c:v>-0.115</c:v>
                </c:pt>
                <c:pt idx="82">
                  <c:v>-0.20399999999999999</c:v>
                </c:pt>
                <c:pt idx="83">
                  <c:v>-7.2999999999999995E-2</c:v>
                </c:pt>
                <c:pt idx="84">
                  <c:v>-0.69399999999999995</c:v>
                </c:pt>
                <c:pt idx="85">
                  <c:v>7.0000000000000007E-2</c:v>
                </c:pt>
                <c:pt idx="86">
                  <c:v>-0.02</c:v>
                </c:pt>
                <c:pt idx="87">
                  <c:v>9.7000000000000003E-2</c:v>
                </c:pt>
                <c:pt idx="88">
                  <c:v>9.6000000000000002E-2</c:v>
                </c:pt>
                <c:pt idx="89">
                  <c:v>-0.17499999999999999</c:v>
                </c:pt>
                <c:pt idx="90">
                  <c:v>0.38900000000000001</c:v>
                </c:pt>
                <c:pt idx="91">
                  <c:v>1.4E-2</c:v>
                </c:pt>
                <c:pt idx="92">
                  <c:v>-0.38700000000000001</c:v>
                </c:pt>
                <c:pt idx="93">
                  <c:v>0.32900000000000001</c:v>
                </c:pt>
                <c:pt idx="94">
                  <c:v>0.35</c:v>
                </c:pt>
                <c:pt idx="95">
                  <c:v>0.12</c:v>
                </c:pt>
                <c:pt idx="96">
                  <c:v>0.216</c:v>
                </c:pt>
                <c:pt idx="97">
                  <c:v>0.374</c:v>
                </c:pt>
                <c:pt idx="98">
                  <c:v>0.25800000000000001</c:v>
                </c:pt>
                <c:pt idx="99">
                  <c:v>-0.56499999999999995</c:v>
                </c:pt>
                <c:pt idx="100">
                  <c:v>-2.1000000000000001E-2</c:v>
                </c:pt>
                <c:pt idx="101">
                  <c:v>-0.23</c:v>
                </c:pt>
                <c:pt idx="102">
                  <c:v>-7.2999999999999995E-2</c:v>
                </c:pt>
                <c:pt idx="103">
                  <c:v>0.41899999999999998</c:v>
                </c:pt>
                <c:pt idx="104">
                  <c:v>0.317</c:v>
                </c:pt>
                <c:pt idx="105">
                  <c:v>-0.126</c:v>
                </c:pt>
                <c:pt idx="106">
                  <c:v>0.61499999999999999</c:v>
                </c:pt>
                <c:pt idx="107">
                  <c:v>-9.7000000000000003E-2</c:v>
                </c:pt>
                <c:pt idx="108">
                  <c:v>-0.13400000000000001</c:v>
                </c:pt>
                <c:pt idx="109">
                  <c:v>3.6999999999999998E-2</c:v>
                </c:pt>
                <c:pt idx="110">
                  <c:v>-0.34899999999999998</c:v>
                </c:pt>
                <c:pt idx="111">
                  <c:v>-0.1</c:v>
                </c:pt>
                <c:pt idx="112">
                  <c:v>0.22600000000000001</c:v>
                </c:pt>
                <c:pt idx="113">
                  <c:v>0.27800000000000002</c:v>
                </c:pt>
                <c:pt idx="114">
                  <c:v>0.68799999999999994</c:v>
                </c:pt>
                <c:pt idx="115">
                  <c:v>-0.32500000000000001</c:v>
                </c:pt>
                <c:pt idx="116">
                  <c:v>0.23400000000000001</c:v>
                </c:pt>
                <c:pt idx="117">
                  <c:v>-7.6999999999999999E-2</c:v>
                </c:pt>
                <c:pt idx="118">
                  <c:v>-0.45</c:v>
                </c:pt>
                <c:pt idx="119">
                  <c:v>0.43099999999999999</c:v>
                </c:pt>
                <c:pt idx="120">
                  <c:v>0.48899999999999999</c:v>
                </c:pt>
                <c:pt idx="121">
                  <c:v>0.215</c:v>
                </c:pt>
                <c:pt idx="122">
                  <c:v>-0.40500000000000003</c:v>
                </c:pt>
                <c:pt idx="123">
                  <c:v>-0.26200000000000001</c:v>
                </c:pt>
                <c:pt idx="124">
                  <c:v>-0.26200000000000001</c:v>
                </c:pt>
                <c:pt idx="125">
                  <c:v>-0.311</c:v>
                </c:pt>
                <c:pt idx="126">
                  <c:v>-0.36099999999999999</c:v>
                </c:pt>
                <c:pt idx="127">
                  <c:v>1.2E-2</c:v>
                </c:pt>
                <c:pt idx="128">
                  <c:v>5.2999999999999999E-2</c:v>
                </c:pt>
                <c:pt idx="129">
                  <c:v>-0.42299999999999999</c:v>
                </c:pt>
                <c:pt idx="130">
                  <c:v>0.161</c:v>
                </c:pt>
                <c:pt idx="131">
                  <c:v>5.0000000000000001E-3</c:v>
                </c:pt>
                <c:pt idx="132">
                  <c:v>0.13200000000000001</c:v>
                </c:pt>
                <c:pt idx="133">
                  <c:v>0.29299999999999998</c:v>
                </c:pt>
                <c:pt idx="134">
                  <c:v>-2.9000000000000001E-2</c:v>
                </c:pt>
                <c:pt idx="135">
                  <c:v>0.26500000000000001</c:v>
                </c:pt>
                <c:pt idx="136">
                  <c:v>-0.16300000000000001</c:v>
                </c:pt>
                <c:pt idx="137">
                  <c:v>0.27300000000000002</c:v>
                </c:pt>
                <c:pt idx="138">
                  <c:v>3.2000000000000001E-2</c:v>
                </c:pt>
                <c:pt idx="139">
                  <c:v>0.308</c:v>
                </c:pt>
                <c:pt idx="140">
                  <c:v>-0.113</c:v>
                </c:pt>
                <c:pt idx="141">
                  <c:v>-0.20300000000000001</c:v>
                </c:pt>
                <c:pt idx="142">
                  <c:v>-0.13500000000000001</c:v>
                </c:pt>
                <c:pt idx="143">
                  <c:v>0.49199999999999999</c:v>
                </c:pt>
                <c:pt idx="144">
                  <c:v>-0.26200000000000001</c:v>
                </c:pt>
                <c:pt idx="145">
                  <c:v>-8.0000000000000002E-3</c:v>
                </c:pt>
                <c:pt idx="146">
                  <c:v>-0.499</c:v>
                </c:pt>
                <c:pt idx="147">
                  <c:v>0.04</c:v>
                </c:pt>
                <c:pt idx="148">
                  <c:v>-9.2999999999999999E-2</c:v>
                </c:pt>
                <c:pt idx="149">
                  <c:v>-2.5999999999999999E-2</c:v>
                </c:pt>
                <c:pt idx="150">
                  <c:v>0.113</c:v>
                </c:pt>
                <c:pt idx="151">
                  <c:v>-4.3999999999999997E-2</c:v>
                </c:pt>
                <c:pt idx="152">
                  <c:v>0.02</c:v>
                </c:pt>
                <c:pt idx="153">
                  <c:v>-0.01</c:v>
                </c:pt>
                <c:pt idx="154">
                  <c:v>-5.7000000000000002E-2</c:v>
                </c:pt>
                <c:pt idx="155">
                  <c:v>0.46800000000000003</c:v>
                </c:pt>
                <c:pt idx="156">
                  <c:v>0.18</c:v>
                </c:pt>
                <c:pt idx="157">
                  <c:v>-0.12</c:v>
                </c:pt>
                <c:pt idx="158">
                  <c:v>-0.151</c:v>
                </c:pt>
                <c:pt idx="159">
                  <c:v>-0.55700000000000005</c:v>
                </c:pt>
                <c:pt idx="160">
                  <c:v>0.24099999999999999</c:v>
                </c:pt>
                <c:pt idx="161">
                  <c:v>-0.27900000000000003</c:v>
                </c:pt>
                <c:pt idx="162">
                  <c:v>-0.10100000000000001</c:v>
                </c:pt>
                <c:pt idx="163">
                  <c:v>0.629</c:v>
                </c:pt>
                <c:pt idx="164">
                  <c:v>-0.29099999999999998</c:v>
                </c:pt>
                <c:pt idx="165">
                  <c:v>0.21099999999999999</c:v>
                </c:pt>
                <c:pt idx="166">
                  <c:v>0.20399999999999999</c:v>
                </c:pt>
                <c:pt idx="167">
                  <c:v>0.62</c:v>
                </c:pt>
                <c:pt idx="168">
                  <c:v>0.52300000000000002</c:v>
                </c:pt>
                <c:pt idx="169">
                  <c:v>0.28100000000000003</c:v>
                </c:pt>
                <c:pt idx="170">
                  <c:v>-0.47699999999999998</c:v>
                </c:pt>
                <c:pt idx="171">
                  <c:v>-0.16300000000000001</c:v>
                </c:pt>
                <c:pt idx="172">
                  <c:v>5.8000000000000003E-2</c:v>
                </c:pt>
                <c:pt idx="173">
                  <c:v>-0.90700000000000003</c:v>
                </c:pt>
                <c:pt idx="174">
                  <c:v>-0.47699999999999998</c:v>
                </c:pt>
                <c:pt idx="175">
                  <c:v>0.436</c:v>
                </c:pt>
                <c:pt idx="176">
                  <c:v>0.377</c:v>
                </c:pt>
                <c:pt idx="177">
                  <c:v>-0.214</c:v>
                </c:pt>
                <c:pt idx="178">
                  <c:v>-1.6E-2</c:v>
                </c:pt>
                <c:pt idx="179">
                  <c:v>-0.214</c:v>
                </c:pt>
                <c:pt idx="180">
                  <c:v>-0.55100000000000005</c:v>
                </c:pt>
                <c:pt idx="181">
                  <c:v>0.26600000000000001</c:v>
                </c:pt>
                <c:pt idx="182">
                  <c:v>-0.255</c:v>
                </c:pt>
                <c:pt idx="183">
                  <c:v>-9.6000000000000002E-2</c:v>
                </c:pt>
                <c:pt idx="184">
                  <c:v>-0.57099999999999995</c:v>
                </c:pt>
                <c:pt idx="185">
                  <c:v>-0.214</c:v>
                </c:pt>
                <c:pt idx="186">
                  <c:v>0.36</c:v>
                </c:pt>
                <c:pt idx="187">
                  <c:v>-0.154</c:v>
                </c:pt>
                <c:pt idx="188">
                  <c:v>0.41699999999999998</c:v>
                </c:pt>
                <c:pt idx="189">
                  <c:v>0.14199999999999999</c:v>
                </c:pt>
                <c:pt idx="190">
                  <c:v>0.33</c:v>
                </c:pt>
                <c:pt idx="191">
                  <c:v>-0.14899999999999999</c:v>
                </c:pt>
                <c:pt idx="192">
                  <c:v>0.11899999999999999</c:v>
                </c:pt>
                <c:pt idx="193">
                  <c:v>-2.3E-2</c:v>
                </c:pt>
                <c:pt idx="194">
                  <c:v>0.16200000000000001</c:v>
                </c:pt>
                <c:pt idx="195">
                  <c:v>-0.39700000000000002</c:v>
                </c:pt>
                <c:pt idx="196">
                  <c:v>-0.214</c:v>
                </c:pt>
                <c:pt idx="197">
                  <c:v>-0.17799999999999999</c:v>
                </c:pt>
                <c:pt idx="198">
                  <c:v>-5.7000000000000002E-2</c:v>
                </c:pt>
                <c:pt idx="199">
                  <c:v>-0.13600000000000001</c:v>
                </c:pt>
                <c:pt idx="200">
                  <c:v>0.26500000000000001</c:v>
                </c:pt>
                <c:pt idx="201">
                  <c:v>-0.254</c:v>
                </c:pt>
                <c:pt idx="202">
                  <c:v>5.0999999999999997E-2</c:v>
                </c:pt>
                <c:pt idx="203">
                  <c:v>0.26100000000000001</c:v>
                </c:pt>
                <c:pt idx="204">
                  <c:v>0.70199999999999996</c:v>
                </c:pt>
                <c:pt idx="205">
                  <c:v>0.74099999999999999</c:v>
                </c:pt>
                <c:pt idx="206">
                  <c:v>0.42199999999999999</c:v>
                </c:pt>
                <c:pt idx="207">
                  <c:v>0.191</c:v>
                </c:pt>
                <c:pt idx="208">
                  <c:v>-0.35199999999999998</c:v>
                </c:pt>
                <c:pt idx="209">
                  <c:v>0.27800000000000002</c:v>
                </c:pt>
                <c:pt idx="210">
                  <c:v>1.151</c:v>
                </c:pt>
                <c:pt idx="211">
                  <c:v>-0.437</c:v>
                </c:pt>
                <c:pt idx="212">
                  <c:v>0.13400000000000001</c:v>
                </c:pt>
                <c:pt idx="213">
                  <c:v>-0.16300000000000001</c:v>
                </c:pt>
                <c:pt idx="214">
                  <c:v>0.50600000000000001</c:v>
                </c:pt>
                <c:pt idx="215">
                  <c:v>-0.06</c:v>
                </c:pt>
                <c:pt idx="216">
                  <c:v>0.63300000000000001</c:v>
                </c:pt>
                <c:pt idx="217">
                  <c:v>-7.0000000000000001E-3</c:v>
                </c:pt>
                <c:pt idx="218">
                  <c:v>0.42499999999999999</c:v>
                </c:pt>
                <c:pt idx="219">
                  <c:v>0.52900000000000003</c:v>
                </c:pt>
                <c:pt idx="220">
                  <c:v>-0.214</c:v>
                </c:pt>
                <c:pt idx="221">
                  <c:v>0.32100000000000001</c:v>
                </c:pt>
                <c:pt idx="222">
                  <c:v>-0.05</c:v>
                </c:pt>
                <c:pt idx="223">
                  <c:v>-0.36799999999999999</c:v>
                </c:pt>
                <c:pt idx="224">
                  <c:v>0.27100000000000002</c:v>
                </c:pt>
                <c:pt idx="225">
                  <c:v>-0.77400000000000002</c:v>
                </c:pt>
                <c:pt idx="226">
                  <c:v>-0.214</c:v>
                </c:pt>
                <c:pt idx="227">
                  <c:v>0.45</c:v>
                </c:pt>
                <c:pt idx="228">
                  <c:v>0.52600000000000002</c:v>
                </c:pt>
                <c:pt idx="229">
                  <c:v>0.32900000000000001</c:v>
                </c:pt>
                <c:pt idx="230">
                  <c:v>0.41399999999999998</c:v>
                </c:pt>
                <c:pt idx="231">
                  <c:v>-4.2000000000000003E-2</c:v>
                </c:pt>
                <c:pt idx="232">
                  <c:v>0.23799999999999999</c:v>
                </c:pt>
                <c:pt idx="233">
                  <c:v>-0.90700000000000003</c:v>
                </c:pt>
                <c:pt idx="234">
                  <c:v>-1.1950000000000001</c:v>
                </c:pt>
                <c:pt idx="235">
                  <c:v>-8.1000000000000003E-2</c:v>
                </c:pt>
                <c:pt idx="236">
                  <c:v>0.122</c:v>
                </c:pt>
                <c:pt idx="237">
                  <c:v>0.16400000000000001</c:v>
                </c:pt>
                <c:pt idx="238">
                  <c:v>-0.48599999999999999</c:v>
                </c:pt>
                <c:pt idx="239">
                  <c:v>-0.59399999999999997</c:v>
                </c:pt>
                <c:pt idx="240">
                  <c:v>-0.28799999999999998</c:v>
                </c:pt>
                <c:pt idx="241">
                  <c:v>-8.1000000000000003E-2</c:v>
                </c:pt>
                <c:pt idx="242">
                  <c:v>-0.39700000000000002</c:v>
                </c:pt>
                <c:pt idx="243">
                  <c:v>0.27800000000000002</c:v>
                </c:pt>
                <c:pt idx="244">
                  <c:v>-0.13100000000000001</c:v>
                </c:pt>
                <c:pt idx="245">
                  <c:v>-0.82</c:v>
                </c:pt>
                <c:pt idx="246">
                  <c:v>2.7E-2</c:v>
                </c:pt>
                <c:pt idx="247">
                  <c:v>-3.2000000000000001E-2</c:v>
                </c:pt>
                <c:pt idx="248">
                  <c:v>-0.40799999999999997</c:v>
                </c:pt>
                <c:pt idx="249">
                  <c:v>-0.16</c:v>
                </c:pt>
                <c:pt idx="250">
                  <c:v>-0.502</c:v>
                </c:pt>
                <c:pt idx="251">
                  <c:v>7.2999999999999995E-2</c:v>
                </c:pt>
                <c:pt idx="252">
                  <c:v>-0.14399999999999999</c:v>
                </c:pt>
                <c:pt idx="253">
                  <c:v>-1.1950000000000001</c:v>
                </c:pt>
                <c:pt idx="254">
                  <c:v>7.2999999999999995E-2</c:v>
                </c:pt>
                <c:pt idx="255">
                  <c:v>-0.214</c:v>
                </c:pt>
                <c:pt idx="256">
                  <c:v>-0.112</c:v>
                </c:pt>
                <c:pt idx="257">
                  <c:v>-5.1999999999999998E-2</c:v>
                </c:pt>
                <c:pt idx="258">
                  <c:v>3.0000000000000001E-3</c:v>
                </c:pt>
                <c:pt idx="259">
                  <c:v>-0.35699999999999998</c:v>
                </c:pt>
                <c:pt idx="260">
                  <c:v>0.17499999999999999</c:v>
                </c:pt>
                <c:pt idx="261">
                  <c:v>-0.48199999999999998</c:v>
                </c:pt>
                <c:pt idx="262">
                  <c:v>0.221</c:v>
                </c:pt>
                <c:pt idx="263">
                  <c:v>-0.62</c:v>
                </c:pt>
                <c:pt idx="264">
                  <c:v>0.374</c:v>
                </c:pt>
                <c:pt idx="265">
                  <c:v>0.25</c:v>
                </c:pt>
                <c:pt idx="266">
                  <c:v>-1.1299999999999999</c:v>
                </c:pt>
                <c:pt idx="267">
                  <c:v>0.29699999999999999</c:v>
                </c:pt>
                <c:pt idx="268">
                  <c:v>0.23899999999999999</c:v>
                </c:pt>
                <c:pt idx="269">
                  <c:v>-0.32</c:v>
                </c:pt>
                <c:pt idx="270">
                  <c:v>-0.35699999999999998</c:v>
                </c:pt>
                <c:pt idx="271">
                  <c:v>0.34499999999999997</c:v>
                </c:pt>
                <c:pt idx="272">
                  <c:v>0.42299999999999999</c:v>
                </c:pt>
                <c:pt idx="273">
                  <c:v>0.32500000000000001</c:v>
                </c:pt>
                <c:pt idx="274">
                  <c:v>0.437</c:v>
                </c:pt>
                <c:pt idx="275">
                  <c:v>-1.4670000000000001</c:v>
                </c:pt>
                <c:pt idx="276">
                  <c:v>-0.13100000000000001</c:v>
                </c:pt>
                <c:pt idx="277">
                  <c:v>0.191</c:v>
                </c:pt>
                <c:pt idx="278">
                  <c:v>-0.13400000000000001</c:v>
                </c:pt>
                <c:pt idx="279">
                  <c:v>0.26500000000000001</c:v>
                </c:pt>
                <c:pt idx="280">
                  <c:v>0.25900000000000001</c:v>
                </c:pt>
                <c:pt idx="281">
                  <c:v>-0.108</c:v>
                </c:pt>
                <c:pt idx="282">
                  <c:v>-0.11899999999999999</c:v>
                </c:pt>
                <c:pt idx="283">
                  <c:v>1.7999999999999999E-2</c:v>
                </c:pt>
                <c:pt idx="284">
                  <c:v>0.114</c:v>
                </c:pt>
                <c:pt idx="285">
                  <c:v>-0.26800000000000002</c:v>
                </c:pt>
                <c:pt idx="286">
                  <c:v>-0.28799999999999998</c:v>
                </c:pt>
                <c:pt idx="287">
                  <c:v>0.36399999999999999</c:v>
                </c:pt>
                <c:pt idx="288">
                  <c:v>0.219</c:v>
                </c:pt>
                <c:pt idx="289">
                  <c:v>-4.7E-2</c:v>
                </c:pt>
                <c:pt idx="290">
                  <c:v>-8.1000000000000003E-2</c:v>
                </c:pt>
                <c:pt idx="291">
                  <c:v>0.36799999999999999</c:v>
                </c:pt>
                <c:pt idx="292">
                  <c:v>-0.57099999999999995</c:v>
                </c:pt>
                <c:pt idx="293">
                  <c:v>-0.214</c:v>
                </c:pt>
                <c:pt idx="294">
                  <c:v>-0.309</c:v>
                </c:pt>
                <c:pt idx="295">
                  <c:v>0.13400000000000001</c:v>
                </c:pt>
                <c:pt idx="296">
                  <c:v>0.106</c:v>
                </c:pt>
                <c:pt idx="297">
                  <c:v>-8.1000000000000003E-2</c:v>
                </c:pt>
                <c:pt idx="298">
                  <c:v>0.45400000000000001</c:v>
                </c:pt>
                <c:pt idx="299">
                  <c:v>0.29699999999999999</c:v>
                </c:pt>
                <c:pt idx="300">
                  <c:v>-0.90700000000000003</c:v>
                </c:pt>
                <c:pt idx="301">
                  <c:v>0.35099999999999998</c:v>
                </c:pt>
                <c:pt idx="302">
                  <c:v>-0.28799999999999998</c:v>
                </c:pt>
                <c:pt idx="303">
                  <c:v>-7.0999999999999994E-2</c:v>
                </c:pt>
                <c:pt idx="304">
                  <c:v>-4.7E-2</c:v>
                </c:pt>
                <c:pt idx="305">
                  <c:v>-1.1299999999999999</c:v>
                </c:pt>
                <c:pt idx="306">
                  <c:v>-0.32</c:v>
                </c:pt>
                <c:pt idx="307">
                  <c:v>0.374</c:v>
                </c:pt>
                <c:pt idx="308">
                  <c:v>0.28899999999999998</c:v>
                </c:pt>
                <c:pt idx="309">
                  <c:v>0.82699999999999996</c:v>
                </c:pt>
                <c:pt idx="310">
                  <c:v>0.78700000000000003</c:v>
                </c:pt>
                <c:pt idx="311">
                  <c:v>3.1E-2</c:v>
                </c:pt>
                <c:pt idx="312">
                  <c:v>-0.109</c:v>
                </c:pt>
                <c:pt idx="313">
                  <c:v>0.40500000000000003</c:v>
                </c:pt>
                <c:pt idx="314">
                  <c:v>0.69099999999999995</c:v>
                </c:pt>
                <c:pt idx="315">
                  <c:v>-0.109</c:v>
                </c:pt>
                <c:pt idx="316">
                  <c:v>-0.58199999999999996</c:v>
                </c:pt>
                <c:pt idx="317">
                  <c:v>0.374</c:v>
                </c:pt>
                <c:pt idx="318">
                  <c:v>0.154</c:v>
                </c:pt>
                <c:pt idx="319">
                  <c:v>-0.127</c:v>
                </c:pt>
                <c:pt idx="320">
                  <c:v>0.77600000000000002</c:v>
                </c:pt>
                <c:pt idx="321">
                  <c:v>0.316</c:v>
                </c:pt>
                <c:pt idx="322">
                  <c:v>0.32800000000000001</c:v>
                </c:pt>
                <c:pt idx="323">
                  <c:v>-0.77400000000000002</c:v>
                </c:pt>
                <c:pt idx="324">
                  <c:v>-2.8000000000000001E-2</c:v>
                </c:pt>
                <c:pt idx="325">
                  <c:v>-0.214</c:v>
                </c:pt>
                <c:pt idx="326">
                  <c:v>5.3999999999999999E-2</c:v>
                </c:pt>
                <c:pt idx="327">
                  <c:v>0.46300000000000002</c:v>
                </c:pt>
                <c:pt idx="328">
                  <c:v>-0.502</c:v>
                </c:pt>
                <c:pt idx="329">
                  <c:v>0.41199999999999998</c:v>
                </c:pt>
                <c:pt idx="330">
                  <c:v>0.128</c:v>
                </c:pt>
                <c:pt idx="331">
                  <c:v>-0.214</c:v>
                </c:pt>
                <c:pt idx="332">
                  <c:v>0.154</c:v>
                </c:pt>
                <c:pt idx="333">
                  <c:v>0.11600000000000001</c:v>
                </c:pt>
                <c:pt idx="334">
                  <c:v>-0.38100000000000001</c:v>
                </c:pt>
                <c:pt idx="335">
                  <c:v>-0.67700000000000005</c:v>
                </c:pt>
                <c:pt idx="336">
                  <c:v>-0.214</c:v>
                </c:pt>
                <c:pt idx="337">
                  <c:v>-0.309</c:v>
                </c:pt>
                <c:pt idx="338">
                  <c:v>-0.14399999999999999</c:v>
                </c:pt>
                <c:pt idx="339">
                  <c:v>0.33800000000000002</c:v>
                </c:pt>
                <c:pt idx="340">
                  <c:v>-0.10299999999999999</c:v>
                </c:pt>
                <c:pt idx="341">
                  <c:v>0.26600000000000001</c:v>
                </c:pt>
                <c:pt idx="342">
                  <c:v>0.122</c:v>
                </c:pt>
                <c:pt idx="343">
                  <c:v>-0.502</c:v>
                </c:pt>
                <c:pt idx="344">
                  <c:v>-0.41499999999999998</c:v>
                </c:pt>
                <c:pt idx="345">
                  <c:v>0.154</c:v>
                </c:pt>
                <c:pt idx="346">
                  <c:v>0.33400000000000002</c:v>
                </c:pt>
                <c:pt idx="347">
                  <c:v>-7.0000000000000001E-3</c:v>
                </c:pt>
                <c:pt idx="348">
                  <c:v>0.47899999999999998</c:v>
                </c:pt>
                <c:pt idx="349">
                  <c:v>-0.54</c:v>
                </c:pt>
                <c:pt idx="350">
                  <c:v>0.26500000000000001</c:v>
                </c:pt>
                <c:pt idx="351">
                  <c:v>-0.33200000000000002</c:v>
                </c:pt>
                <c:pt idx="352">
                  <c:v>-1.4E-2</c:v>
                </c:pt>
                <c:pt idx="353">
                  <c:v>-1.3129999999999999</c:v>
                </c:pt>
                <c:pt idx="354">
                  <c:v>-0.34799999999999998</c:v>
                </c:pt>
                <c:pt idx="355">
                  <c:v>-0.80200000000000005</c:v>
                </c:pt>
                <c:pt idx="356">
                  <c:v>-0.90700000000000003</c:v>
                </c:pt>
                <c:pt idx="357">
                  <c:v>-1.1299999999999999</c:v>
                </c:pt>
                <c:pt idx="358">
                  <c:v>-0.30099999999999999</c:v>
                </c:pt>
                <c:pt idx="359">
                  <c:v>0.04</c:v>
                </c:pt>
                <c:pt idx="360">
                  <c:v>-0.90700000000000003</c:v>
                </c:pt>
                <c:pt idx="361">
                  <c:v>-0.62</c:v>
                </c:pt>
                <c:pt idx="362">
                  <c:v>6.7000000000000004E-2</c:v>
                </c:pt>
                <c:pt idx="363">
                  <c:v>-0.54</c:v>
                </c:pt>
                <c:pt idx="364">
                  <c:v>-5.5E-2</c:v>
                </c:pt>
                <c:pt idx="365">
                  <c:v>-0.19700000000000001</c:v>
                </c:pt>
                <c:pt idx="366">
                  <c:v>0.47899999999999998</c:v>
                </c:pt>
                <c:pt idx="367">
                  <c:v>0.307</c:v>
                </c:pt>
                <c:pt idx="368">
                  <c:v>0.191</c:v>
                </c:pt>
                <c:pt idx="369">
                  <c:v>-0.214</c:v>
                </c:pt>
                <c:pt idx="370">
                  <c:v>-0.52400000000000002</c:v>
                </c:pt>
                <c:pt idx="371">
                  <c:v>-0.214</c:v>
                </c:pt>
                <c:pt idx="372">
                  <c:v>0.47899999999999998</c:v>
                </c:pt>
                <c:pt idx="373">
                  <c:v>7.2999999999999995E-2</c:v>
                </c:pt>
                <c:pt idx="374">
                  <c:v>-0.62</c:v>
                </c:pt>
                <c:pt idx="375">
                  <c:v>0.122</c:v>
                </c:pt>
                <c:pt idx="376">
                  <c:v>0.56999999999999995</c:v>
                </c:pt>
                <c:pt idx="377">
                  <c:v>0.20399999999999999</c:v>
                </c:pt>
                <c:pt idx="378">
                  <c:v>0.38400000000000001</c:v>
                </c:pt>
                <c:pt idx="379">
                  <c:v>-0.13400000000000001</c:v>
                </c:pt>
                <c:pt idx="380">
                  <c:v>0.27800000000000002</c:v>
                </c:pt>
                <c:pt idx="381">
                  <c:v>-0.14499999999999999</c:v>
                </c:pt>
                <c:pt idx="382">
                  <c:v>-0.214</c:v>
                </c:pt>
                <c:pt idx="383">
                  <c:v>-8.5000000000000006E-2</c:v>
                </c:pt>
                <c:pt idx="384">
                  <c:v>0.214</c:v>
                </c:pt>
                <c:pt idx="385">
                  <c:v>-0.214</c:v>
                </c:pt>
                <c:pt idx="386">
                  <c:v>0.24099999999999999</c:v>
                </c:pt>
                <c:pt idx="387">
                  <c:v>-0.29399999999999998</c:v>
                </c:pt>
                <c:pt idx="388">
                  <c:v>0.221</c:v>
                </c:pt>
                <c:pt idx="389">
                  <c:v>0.496</c:v>
                </c:pt>
                <c:pt idx="390">
                  <c:v>0.46</c:v>
                </c:pt>
                <c:pt idx="391">
                  <c:v>0.47899999999999998</c:v>
                </c:pt>
                <c:pt idx="392">
                  <c:v>0.111</c:v>
                </c:pt>
                <c:pt idx="393">
                  <c:v>-4.9000000000000002E-2</c:v>
                </c:pt>
                <c:pt idx="394">
                  <c:v>-0.45800000000000002</c:v>
                </c:pt>
                <c:pt idx="395">
                  <c:v>-0.60199999999999998</c:v>
                </c:pt>
                <c:pt idx="396">
                  <c:v>-0.214</c:v>
                </c:pt>
                <c:pt idx="397">
                  <c:v>0.20599999999999999</c:v>
                </c:pt>
                <c:pt idx="398">
                  <c:v>0.88400000000000001</c:v>
                </c:pt>
                <c:pt idx="399">
                  <c:v>-0.17399999999999999</c:v>
                </c:pt>
                <c:pt idx="400">
                  <c:v>0.40500000000000003</c:v>
                </c:pt>
                <c:pt idx="401">
                  <c:v>0.122</c:v>
                </c:pt>
                <c:pt idx="402">
                  <c:v>-1.4E-2</c:v>
                </c:pt>
                <c:pt idx="403">
                  <c:v>0.61199999999999999</c:v>
                </c:pt>
                <c:pt idx="404">
                  <c:v>6.6000000000000003E-2</c:v>
                </c:pt>
                <c:pt idx="405">
                  <c:v>-0.214</c:v>
                </c:pt>
                <c:pt idx="406">
                  <c:v>-0.46600000000000003</c:v>
                </c:pt>
                <c:pt idx="407">
                  <c:v>-0.17499999999999999</c:v>
                </c:pt>
                <c:pt idx="408">
                  <c:v>0.41399999999999998</c:v>
                </c:pt>
                <c:pt idx="409">
                  <c:v>0.65700000000000003</c:v>
                </c:pt>
                <c:pt idx="410">
                  <c:v>0.6</c:v>
                </c:pt>
                <c:pt idx="411">
                  <c:v>0.81100000000000005</c:v>
                </c:pt>
                <c:pt idx="412">
                  <c:v>3.6999999999999998E-2</c:v>
                </c:pt>
                <c:pt idx="413">
                  <c:v>0.191</c:v>
                </c:pt>
                <c:pt idx="414">
                  <c:v>-0.10299999999999999</c:v>
                </c:pt>
                <c:pt idx="415">
                  <c:v>0.154</c:v>
                </c:pt>
                <c:pt idx="416">
                  <c:v>0.114</c:v>
                </c:pt>
                <c:pt idx="417">
                  <c:v>1.4E-2</c:v>
                </c:pt>
                <c:pt idx="418">
                  <c:v>0.315</c:v>
                </c:pt>
                <c:pt idx="419">
                  <c:v>-0.502</c:v>
                </c:pt>
                <c:pt idx="420">
                  <c:v>0.32900000000000001</c:v>
                </c:pt>
                <c:pt idx="421">
                  <c:v>-0.127</c:v>
                </c:pt>
                <c:pt idx="422">
                  <c:v>-0.16</c:v>
                </c:pt>
                <c:pt idx="423">
                  <c:v>0.156</c:v>
                </c:pt>
                <c:pt idx="424">
                  <c:v>0.55300000000000005</c:v>
                </c:pt>
                <c:pt idx="425">
                  <c:v>0.50600000000000001</c:v>
                </c:pt>
                <c:pt idx="426">
                  <c:v>-0.16800000000000001</c:v>
                </c:pt>
                <c:pt idx="427">
                  <c:v>0.21299999999999999</c:v>
                </c:pt>
                <c:pt idx="428">
                  <c:v>0.56999999999999995</c:v>
                </c:pt>
                <c:pt idx="429">
                  <c:v>0.47899999999999998</c:v>
                </c:pt>
                <c:pt idx="430">
                  <c:v>0.28999999999999998</c:v>
                </c:pt>
                <c:pt idx="431">
                  <c:v>0.40500000000000003</c:v>
                </c:pt>
                <c:pt idx="432">
                  <c:v>0.58099999999999996</c:v>
                </c:pt>
                <c:pt idx="433">
                  <c:v>0.64100000000000001</c:v>
                </c:pt>
                <c:pt idx="434">
                  <c:v>1.1910000000000001</c:v>
                </c:pt>
                <c:pt idx="435">
                  <c:v>-0.33900000000000002</c:v>
                </c:pt>
                <c:pt idx="436">
                  <c:v>-8.5999999999999993E-2</c:v>
                </c:pt>
                <c:pt idx="437">
                  <c:v>-0.154</c:v>
                </c:pt>
                <c:pt idx="438">
                  <c:v>0.16300000000000001</c:v>
                </c:pt>
                <c:pt idx="439">
                  <c:v>0.27100000000000002</c:v>
                </c:pt>
                <c:pt idx="440">
                  <c:v>0.217</c:v>
                </c:pt>
                <c:pt idx="441">
                  <c:v>-0.11899999999999999</c:v>
                </c:pt>
                <c:pt idx="442">
                  <c:v>0.158</c:v>
                </c:pt>
                <c:pt idx="443">
                  <c:v>0.28100000000000003</c:v>
                </c:pt>
                <c:pt idx="444">
                  <c:v>-0.214</c:v>
                </c:pt>
                <c:pt idx="445">
                  <c:v>0.374</c:v>
                </c:pt>
                <c:pt idx="446">
                  <c:v>0.30599999999999999</c:v>
                </c:pt>
                <c:pt idx="447">
                  <c:v>-0.62</c:v>
                </c:pt>
                <c:pt idx="448">
                  <c:v>-0.36799999999999999</c:v>
                </c:pt>
                <c:pt idx="449">
                  <c:v>0.157</c:v>
                </c:pt>
                <c:pt idx="450">
                  <c:v>7.0000000000000007E-2</c:v>
                </c:pt>
                <c:pt idx="451">
                  <c:v>-0.46200000000000002</c:v>
                </c:pt>
                <c:pt idx="452">
                  <c:v>0.158</c:v>
                </c:pt>
                <c:pt idx="453">
                  <c:v>-0.48599999999999999</c:v>
                </c:pt>
                <c:pt idx="454">
                  <c:v>0.59</c:v>
                </c:pt>
                <c:pt idx="455">
                  <c:v>-0.25700000000000001</c:v>
                </c:pt>
                <c:pt idx="456">
                  <c:v>-0.502</c:v>
                </c:pt>
                <c:pt idx="457">
                  <c:v>-0.26800000000000002</c:v>
                </c:pt>
                <c:pt idx="458">
                  <c:v>-0.154</c:v>
                </c:pt>
                <c:pt idx="459">
                  <c:v>-4.2000000000000003E-2</c:v>
                </c:pt>
                <c:pt idx="460">
                  <c:v>-0.14499999999999999</c:v>
                </c:pt>
                <c:pt idx="461">
                  <c:v>0.67900000000000005</c:v>
                </c:pt>
                <c:pt idx="462">
                  <c:v>0.38100000000000001</c:v>
                </c:pt>
                <c:pt idx="463">
                  <c:v>0.70199999999999996</c:v>
                </c:pt>
                <c:pt idx="464">
                  <c:v>0.55400000000000005</c:v>
                </c:pt>
                <c:pt idx="465">
                  <c:v>0.52300000000000002</c:v>
                </c:pt>
                <c:pt idx="466">
                  <c:v>4.8000000000000001E-2</c:v>
                </c:pt>
                <c:pt idx="467">
                  <c:v>-0.214</c:v>
                </c:pt>
                <c:pt idx="468">
                  <c:v>-8.9999999999999993E-3</c:v>
                </c:pt>
                <c:pt idx="469">
                  <c:v>-1.1299999999999999</c:v>
                </c:pt>
                <c:pt idx="470">
                  <c:v>0.13400000000000001</c:v>
                </c:pt>
                <c:pt idx="471">
                  <c:v>-0.36799999999999999</c:v>
                </c:pt>
                <c:pt idx="472">
                  <c:v>-0.97599999999999998</c:v>
                </c:pt>
                <c:pt idx="473">
                  <c:v>0.379</c:v>
                </c:pt>
                <c:pt idx="474">
                  <c:v>0.19500000000000001</c:v>
                </c:pt>
                <c:pt idx="475">
                  <c:v>-0.48899999999999999</c:v>
                </c:pt>
                <c:pt idx="476">
                  <c:v>0.80500000000000005</c:v>
                </c:pt>
                <c:pt idx="477">
                  <c:v>-0.17599999999999999</c:v>
                </c:pt>
                <c:pt idx="478">
                  <c:v>0.35799999999999998</c:v>
                </c:pt>
                <c:pt idx="479">
                  <c:v>-0.55100000000000005</c:v>
                </c:pt>
                <c:pt idx="480">
                  <c:v>-0.214</c:v>
                </c:pt>
                <c:pt idx="481">
                  <c:v>0.621</c:v>
                </c:pt>
                <c:pt idx="482">
                  <c:v>-0.46600000000000003</c:v>
                </c:pt>
                <c:pt idx="483">
                  <c:v>-0.214</c:v>
                </c:pt>
                <c:pt idx="484">
                  <c:v>-0.11899999999999999</c:v>
                </c:pt>
                <c:pt idx="485">
                  <c:v>2E-3</c:v>
                </c:pt>
                <c:pt idx="486">
                  <c:v>7.2999999999999995E-2</c:v>
                </c:pt>
                <c:pt idx="487">
                  <c:v>-0.22600000000000001</c:v>
                </c:pt>
                <c:pt idx="488">
                  <c:v>-8.4000000000000005E-2</c:v>
                </c:pt>
                <c:pt idx="489">
                  <c:v>0.32</c:v>
                </c:pt>
                <c:pt idx="490">
                  <c:v>9.6000000000000002E-2</c:v>
                </c:pt>
                <c:pt idx="491">
                  <c:v>-0.126</c:v>
                </c:pt>
                <c:pt idx="492">
                  <c:v>0.108</c:v>
                </c:pt>
                <c:pt idx="493">
                  <c:v>0.23300000000000001</c:v>
                </c:pt>
                <c:pt idx="494">
                  <c:v>0.14499999999999999</c:v>
                </c:pt>
                <c:pt idx="495">
                  <c:v>-0.114</c:v>
                </c:pt>
                <c:pt idx="496">
                  <c:v>0.443</c:v>
                </c:pt>
                <c:pt idx="497">
                  <c:v>9.9000000000000005E-2</c:v>
                </c:pt>
                <c:pt idx="498">
                  <c:v>-0.376</c:v>
                </c:pt>
                <c:pt idx="499">
                  <c:v>-0.28999999999999998</c:v>
                </c:pt>
                <c:pt idx="500">
                  <c:v>-0.216</c:v>
                </c:pt>
                <c:pt idx="501">
                  <c:v>-4.1000000000000002E-2</c:v>
                </c:pt>
                <c:pt idx="502">
                  <c:v>0.01</c:v>
                </c:pt>
                <c:pt idx="503">
                  <c:v>-0.59599999999999997</c:v>
                </c:pt>
                <c:pt idx="504">
                  <c:v>-1.9E-2</c:v>
                </c:pt>
                <c:pt idx="505">
                  <c:v>-0.40799999999999997</c:v>
                </c:pt>
                <c:pt idx="506">
                  <c:v>0.36899999999999999</c:v>
                </c:pt>
                <c:pt idx="507">
                  <c:v>-0.22600000000000001</c:v>
                </c:pt>
                <c:pt idx="508">
                  <c:v>0.309</c:v>
                </c:pt>
                <c:pt idx="509">
                  <c:v>-0.04</c:v>
                </c:pt>
                <c:pt idx="510">
                  <c:v>-0.05</c:v>
                </c:pt>
                <c:pt idx="511">
                  <c:v>-0.46</c:v>
                </c:pt>
                <c:pt idx="512">
                  <c:v>-0.33700000000000002</c:v>
                </c:pt>
                <c:pt idx="513">
                  <c:v>0.03</c:v>
                </c:pt>
                <c:pt idx="514">
                  <c:v>0.109</c:v>
                </c:pt>
                <c:pt idx="515">
                  <c:v>-0.17699999999999999</c:v>
                </c:pt>
                <c:pt idx="516">
                  <c:v>9.9000000000000005E-2</c:v>
                </c:pt>
                <c:pt idx="517">
                  <c:v>7.3999999999999996E-2</c:v>
                </c:pt>
                <c:pt idx="518">
                  <c:v>-0.03</c:v>
                </c:pt>
                <c:pt idx="519">
                  <c:v>-0.5</c:v>
                </c:pt>
                <c:pt idx="520">
                  <c:v>0.27400000000000002</c:v>
                </c:pt>
                <c:pt idx="521">
                  <c:v>-1.2999999999999999E-2</c:v>
                </c:pt>
                <c:pt idx="522">
                  <c:v>1.0999999999999999E-2</c:v>
                </c:pt>
                <c:pt idx="523">
                  <c:v>5.7000000000000002E-2</c:v>
                </c:pt>
                <c:pt idx="524">
                  <c:v>0.42399999999999999</c:v>
                </c:pt>
                <c:pt idx="525">
                  <c:v>-0.23</c:v>
                </c:pt>
                <c:pt idx="526">
                  <c:v>-0.58499999999999996</c:v>
                </c:pt>
                <c:pt idx="527">
                  <c:v>1E-3</c:v>
                </c:pt>
                <c:pt idx="528">
                  <c:v>0.439</c:v>
                </c:pt>
                <c:pt idx="529">
                  <c:v>-0.2</c:v>
                </c:pt>
                <c:pt idx="530">
                  <c:v>-0.02</c:v>
                </c:pt>
                <c:pt idx="531">
                  <c:v>-0.183</c:v>
                </c:pt>
                <c:pt idx="532">
                  <c:v>-6.5000000000000002E-2</c:v>
                </c:pt>
                <c:pt idx="533">
                  <c:v>5.5E-2</c:v>
                </c:pt>
                <c:pt idx="534">
                  <c:v>0.29899999999999999</c:v>
                </c:pt>
                <c:pt idx="535">
                  <c:v>6.8000000000000005E-2</c:v>
                </c:pt>
                <c:pt idx="536">
                  <c:v>9.5000000000000001E-2</c:v>
                </c:pt>
                <c:pt idx="537">
                  <c:v>8.2000000000000003E-2</c:v>
                </c:pt>
                <c:pt idx="538">
                  <c:v>0.217</c:v>
                </c:pt>
                <c:pt idx="539">
                  <c:v>0.10100000000000001</c:v>
                </c:pt>
                <c:pt idx="540">
                  <c:v>5.3999999999999999E-2</c:v>
                </c:pt>
                <c:pt idx="541">
                  <c:v>0.13500000000000001</c:v>
                </c:pt>
                <c:pt idx="542">
                  <c:v>0.32100000000000001</c:v>
                </c:pt>
                <c:pt idx="543">
                  <c:v>-0.27300000000000002</c:v>
                </c:pt>
                <c:pt idx="544">
                  <c:v>0.754</c:v>
                </c:pt>
                <c:pt idx="545">
                  <c:v>-1.2E-2</c:v>
                </c:pt>
                <c:pt idx="546">
                  <c:v>-0.70899999999999996</c:v>
                </c:pt>
                <c:pt idx="547">
                  <c:v>0.20200000000000001</c:v>
                </c:pt>
                <c:pt idx="548">
                  <c:v>-0.14099999999999999</c:v>
                </c:pt>
                <c:pt idx="549">
                  <c:v>0.155</c:v>
                </c:pt>
                <c:pt idx="550">
                  <c:v>0.29299999999999998</c:v>
                </c:pt>
                <c:pt idx="551">
                  <c:v>-6.5000000000000002E-2</c:v>
                </c:pt>
                <c:pt idx="552">
                  <c:v>-0.28599999999999998</c:v>
                </c:pt>
                <c:pt idx="553">
                  <c:v>-1E-3</c:v>
                </c:pt>
                <c:pt idx="554">
                  <c:v>6.8000000000000005E-2</c:v>
                </c:pt>
                <c:pt idx="555">
                  <c:v>0.106</c:v>
                </c:pt>
                <c:pt idx="556">
                  <c:v>0.30299999999999999</c:v>
                </c:pt>
                <c:pt idx="557">
                  <c:v>0.14799999999999999</c:v>
                </c:pt>
                <c:pt idx="558">
                  <c:v>-0.16800000000000001</c:v>
                </c:pt>
                <c:pt idx="559">
                  <c:v>6.8000000000000005E-2</c:v>
                </c:pt>
                <c:pt idx="560">
                  <c:v>-5.7000000000000002E-2</c:v>
                </c:pt>
                <c:pt idx="561">
                  <c:v>3.4000000000000002E-2</c:v>
                </c:pt>
                <c:pt idx="562">
                  <c:v>-8.5999999999999993E-2</c:v>
                </c:pt>
                <c:pt idx="563">
                  <c:v>-3.9E-2</c:v>
                </c:pt>
                <c:pt idx="564">
                  <c:v>0.192</c:v>
                </c:pt>
                <c:pt idx="565">
                  <c:v>4.4999999999999998E-2</c:v>
                </c:pt>
                <c:pt idx="566">
                  <c:v>0.58399999999999996</c:v>
                </c:pt>
                <c:pt idx="567">
                  <c:v>-0.41699999999999998</c:v>
                </c:pt>
                <c:pt idx="568">
                  <c:v>0.58299999999999996</c:v>
                </c:pt>
                <c:pt idx="569">
                  <c:v>0.32400000000000001</c:v>
                </c:pt>
                <c:pt idx="570">
                  <c:v>-0.255</c:v>
                </c:pt>
                <c:pt idx="571">
                  <c:v>0.313</c:v>
                </c:pt>
                <c:pt idx="572">
                  <c:v>-0.52300000000000002</c:v>
                </c:pt>
                <c:pt idx="573">
                  <c:v>-0.14599999999999999</c:v>
                </c:pt>
                <c:pt idx="574">
                  <c:v>-0.23499999999999999</c:v>
                </c:pt>
                <c:pt idx="575">
                  <c:v>-0.52300000000000002</c:v>
                </c:pt>
                <c:pt idx="576">
                  <c:v>-0.48199999999999998</c:v>
                </c:pt>
                <c:pt idx="577">
                  <c:v>0.40100000000000002</c:v>
                </c:pt>
                <c:pt idx="578">
                  <c:v>0.91500000000000004</c:v>
                </c:pt>
                <c:pt idx="579">
                  <c:v>-0.253</c:v>
                </c:pt>
                <c:pt idx="580">
                  <c:v>0.27600000000000002</c:v>
                </c:pt>
                <c:pt idx="581">
                  <c:v>-0.16600000000000001</c:v>
                </c:pt>
                <c:pt idx="582">
                  <c:v>0.189</c:v>
                </c:pt>
                <c:pt idx="583">
                  <c:v>-0.16600000000000001</c:v>
                </c:pt>
                <c:pt idx="584">
                  <c:v>-0.41699999999999998</c:v>
                </c:pt>
                <c:pt idx="585">
                  <c:v>7.0000000000000001E-3</c:v>
                </c:pt>
                <c:pt idx="586">
                  <c:v>-4.3999999999999997E-2</c:v>
                </c:pt>
                <c:pt idx="587">
                  <c:v>8.2000000000000003E-2</c:v>
                </c:pt>
                <c:pt idx="588">
                  <c:v>0.04</c:v>
                </c:pt>
                <c:pt idx="589">
                  <c:v>8.2000000000000003E-2</c:v>
                </c:pt>
                <c:pt idx="590">
                  <c:v>-0.44600000000000001</c:v>
                </c:pt>
                <c:pt idx="591">
                  <c:v>0.24099999999999999</c:v>
                </c:pt>
                <c:pt idx="592">
                  <c:v>0.49</c:v>
                </c:pt>
                <c:pt idx="593">
                  <c:v>0.40500000000000003</c:v>
                </c:pt>
                <c:pt idx="594">
                  <c:v>7.2999999999999995E-2</c:v>
                </c:pt>
                <c:pt idx="595">
                  <c:v>0.63800000000000001</c:v>
                </c:pt>
                <c:pt idx="596">
                  <c:v>0.65900000000000003</c:v>
                </c:pt>
                <c:pt idx="597">
                  <c:v>0.55900000000000005</c:v>
                </c:pt>
                <c:pt idx="598">
                  <c:v>-1E-3</c:v>
                </c:pt>
                <c:pt idx="599">
                  <c:v>0.129</c:v>
                </c:pt>
                <c:pt idx="600">
                  <c:v>-0.152</c:v>
                </c:pt>
                <c:pt idx="601">
                  <c:v>8.1000000000000003E-2</c:v>
                </c:pt>
                <c:pt idx="602">
                  <c:v>0.06</c:v>
                </c:pt>
                <c:pt idx="603">
                  <c:v>0.184</c:v>
                </c:pt>
                <c:pt idx="604">
                  <c:v>-6.5000000000000002E-2</c:v>
                </c:pt>
                <c:pt idx="605">
                  <c:v>1.4999999999999999E-2</c:v>
                </c:pt>
                <c:pt idx="606">
                  <c:v>-6.5000000000000002E-2</c:v>
                </c:pt>
                <c:pt idx="607">
                  <c:v>0.11700000000000001</c:v>
                </c:pt>
                <c:pt idx="608">
                  <c:v>-1.1639999999999999</c:v>
                </c:pt>
                <c:pt idx="609">
                  <c:v>0.68700000000000006</c:v>
                </c:pt>
                <c:pt idx="610">
                  <c:v>-0.27400000000000002</c:v>
                </c:pt>
                <c:pt idx="611">
                  <c:v>-0.35199999999999998</c:v>
                </c:pt>
                <c:pt idx="612">
                  <c:v>-0.79400000000000004</c:v>
                </c:pt>
                <c:pt idx="613">
                  <c:v>-0.72199999999999998</c:v>
                </c:pt>
                <c:pt idx="614">
                  <c:v>-0.47099999999999997</c:v>
                </c:pt>
                <c:pt idx="615">
                  <c:v>-0.16700000000000001</c:v>
                </c:pt>
                <c:pt idx="616">
                  <c:v>2E-3</c:v>
                </c:pt>
                <c:pt idx="617">
                  <c:v>0.38900000000000001</c:v>
                </c:pt>
                <c:pt idx="618">
                  <c:v>9.5000000000000001E-2</c:v>
                </c:pt>
                <c:pt idx="619">
                  <c:v>0.23200000000000001</c:v>
                </c:pt>
                <c:pt idx="620">
                  <c:v>-2.4E-2</c:v>
                </c:pt>
                <c:pt idx="621">
                  <c:v>-0.52700000000000002</c:v>
                </c:pt>
                <c:pt idx="622">
                  <c:v>-0.13600000000000001</c:v>
                </c:pt>
                <c:pt idx="623">
                  <c:v>-1.2E-2</c:v>
                </c:pt>
                <c:pt idx="624">
                  <c:v>0.32200000000000001</c:v>
                </c:pt>
                <c:pt idx="625">
                  <c:v>-0.111</c:v>
                </c:pt>
                <c:pt idx="626">
                  <c:v>-0.151</c:v>
                </c:pt>
                <c:pt idx="627">
                  <c:v>0.24099999999999999</c:v>
                </c:pt>
                <c:pt idx="628">
                  <c:v>-0.216</c:v>
                </c:pt>
                <c:pt idx="629">
                  <c:v>0.23300000000000001</c:v>
                </c:pt>
                <c:pt idx="630">
                  <c:v>0.157</c:v>
                </c:pt>
                <c:pt idx="631">
                  <c:v>-0.42799999999999999</c:v>
                </c:pt>
                <c:pt idx="632">
                  <c:v>0.10100000000000001</c:v>
                </c:pt>
                <c:pt idx="633">
                  <c:v>7.0000000000000001E-3</c:v>
                </c:pt>
                <c:pt idx="634">
                  <c:v>-0.14799999999999999</c:v>
                </c:pt>
                <c:pt idx="635">
                  <c:v>0.14099999999999999</c:v>
                </c:pt>
                <c:pt idx="636">
                  <c:v>0.26500000000000001</c:v>
                </c:pt>
                <c:pt idx="637">
                  <c:v>0.13600000000000001</c:v>
                </c:pt>
                <c:pt idx="638">
                  <c:v>4.0000000000000001E-3</c:v>
                </c:pt>
                <c:pt idx="639">
                  <c:v>-7.6999999999999999E-2</c:v>
                </c:pt>
                <c:pt idx="640">
                  <c:v>0.40899999999999997</c:v>
                </c:pt>
                <c:pt idx="641">
                  <c:v>-0.26</c:v>
                </c:pt>
                <c:pt idx="642">
                  <c:v>0.152</c:v>
                </c:pt>
                <c:pt idx="643">
                  <c:v>-0.73699999999999999</c:v>
                </c:pt>
                <c:pt idx="644">
                  <c:v>3.5999999999999997E-2</c:v>
                </c:pt>
                <c:pt idx="645">
                  <c:v>-2.5999999999999999E-2</c:v>
                </c:pt>
                <c:pt idx="646">
                  <c:v>9.8000000000000004E-2</c:v>
                </c:pt>
                <c:pt idx="647">
                  <c:v>-0.63600000000000001</c:v>
                </c:pt>
                <c:pt idx="648">
                  <c:v>-7.8E-2</c:v>
                </c:pt>
                <c:pt idx="649">
                  <c:v>0.19900000000000001</c:v>
                </c:pt>
                <c:pt idx="650">
                  <c:v>-0.218</c:v>
                </c:pt>
                <c:pt idx="651">
                  <c:v>-3.5999999999999997E-2</c:v>
                </c:pt>
                <c:pt idx="652">
                  <c:v>-0.254</c:v>
                </c:pt>
                <c:pt idx="653">
                  <c:v>-1.159</c:v>
                </c:pt>
                <c:pt idx="654">
                  <c:v>0.151</c:v>
                </c:pt>
                <c:pt idx="655">
                  <c:v>-0.55300000000000005</c:v>
                </c:pt>
                <c:pt idx="656">
                  <c:v>-0.23300000000000001</c:v>
                </c:pt>
                <c:pt idx="657">
                  <c:v>-0.48799999999999999</c:v>
                </c:pt>
                <c:pt idx="658">
                  <c:v>-0.52</c:v>
                </c:pt>
                <c:pt idx="659">
                  <c:v>-0.66800000000000004</c:v>
                </c:pt>
                <c:pt idx="660">
                  <c:v>0.26800000000000002</c:v>
                </c:pt>
                <c:pt idx="661">
                  <c:v>3.5000000000000003E-2</c:v>
                </c:pt>
                <c:pt idx="662">
                  <c:v>3.6999999999999998E-2</c:v>
                </c:pt>
                <c:pt idx="663">
                  <c:v>-0.112</c:v>
                </c:pt>
                <c:pt idx="664">
                  <c:v>-2.5999999999999999E-2</c:v>
                </c:pt>
                <c:pt idx="665">
                  <c:v>5.8000000000000003E-2</c:v>
                </c:pt>
                <c:pt idx="666">
                  <c:v>-0.71399999999999997</c:v>
                </c:pt>
                <c:pt idx="667">
                  <c:v>-0.37</c:v>
                </c:pt>
                <c:pt idx="668">
                  <c:v>0.39200000000000002</c:v>
                </c:pt>
                <c:pt idx="669">
                  <c:v>-0.20699999999999999</c:v>
                </c:pt>
                <c:pt idx="670">
                  <c:v>-0.13300000000000001</c:v>
                </c:pt>
                <c:pt idx="671">
                  <c:v>-0.112</c:v>
                </c:pt>
                <c:pt idx="672">
                  <c:v>0.44700000000000001</c:v>
                </c:pt>
                <c:pt idx="673">
                  <c:v>9.6000000000000002E-2</c:v>
                </c:pt>
                <c:pt idx="674">
                  <c:v>-0.27700000000000002</c:v>
                </c:pt>
                <c:pt idx="675">
                  <c:v>-0.255</c:v>
                </c:pt>
                <c:pt idx="676">
                  <c:v>-0.126</c:v>
                </c:pt>
                <c:pt idx="677">
                  <c:v>-4.5999999999999999E-2</c:v>
                </c:pt>
                <c:pt idx="678">
                  <c:v>9.4E-2</c:v>
                </c:pt>
                <c:pt idx="679">
                  <c:v>0.30599999999999999</c:v>
                </c:pt>
                <c:pt idx="680">
                  <c:v>-0.34799999999999998</c:v>
                </c:pt>
                <c:pt idx="681">
                  <c:v>-0.27100000000000002</c:v>
                </c:pt>
                <c:pt idx="682">
                  <c:v>0.16900000000000001</c:v>
                </c:pt>
                <c:pt idx="683">
                  <c:v>6.5000000000000002E-2</c:v>
                </c:pt>
                <c:pt idx="684">
                  <c:v>-0.11700000000000001</c:v>
                </c:pt>
                <c:pt idx="685">
                  <c:v>-0.06</c:v>
                </c:pt>
                <c:pt idx="686">
                  <c:v>-0.16900000000000001</c:v>
                </c:pt>
                <c:pt idx="687">
                  <c:v>2.9000000000000001E-2</c:v>
                </c:pt>
                <c:pt idx="688">
                  <c:v>0.32600000000000001</c:v>
                </c:pt>
                <c:pt idx="689">
                  <c:v>0.17799999999999999</c:v>
                </c:pt>
                <c:pt idx="690">
                  <c:v>-0.224</c:v>
                </c:pt>
                <c:pt idx="691">
                  <c:v>0.41499999999999998</c:v>
                </c:pt>
                <c:pt idx="692">
                  <c:v>0.34499999999999997</c:v>
                </c:pt>
                <c:pt idx="693">
                  <c:v>-0.19400000000000001</c:v>
                </c:pt>
                <c:pt idx="694">
                  <c:v>-0.1</c:v>
                </c:pt>
                <c:pt idx="695">
                  <c:v>-0.10100000000000001</c:v>
                </c:pt>
                <c:pt idx="696">
                  <c:v>-0.57099999999999995</c:v>
                </c:pt>
                <c:pt idx="697">
                  <c:v>0.122</c:v>
                </c:pt>
                <c:pt idx="698">
                  <c:v>0.308</c:v>
                </c:pt>
                <c:pt idx="699">
                  <c:v>0.14499999999999999</c:v>
                </c:pt>
                <c:pt idx="700">
                  <c:v>1.7999999999999999E-2</c:v>
                </c:pt>
                <c:pt idx="701">
                  <c:v>0.107</c:v>
                </c:pt>
                <c:pt idx="702">
                  <c:v>-0.13200000000000001</c:v>
                </c:pt>
                <c:pt idx="703">
                  <c:v>-0.21199999999999999</c:v>
                </c:pt>
                <c:pt idx="704">
                  <c:v>0.252</c:v>
                </c:pt>
                <c:pt idx="705">
                  <c:v>9.8000000000000004E-2</c:v>
                </c:pt>
                <c:pt idx="706">
                  <c:v>-0.78700000000000003</c:v>
                </c:pt>
                <c:pt idx="707">
                  <c:v>-0.24299999999999999</c:v>
                </c:pt>
                <c:pt idx="708">
                  <c:v>-0.13400000000000001</c:v>
                </c:pt>
                <c:pt idx="709">
                  <c:v>8.4000000000000005E-2</c:v>
                </c:pt>
                <c:pt idx="710">
                  <c:v>0.114</c:v>
                </c:pt>
                <c:pt idx="711">
                  <c:v>1.0009999999999999</c:v>
                </c:pt>
                <c:pt idx="712">
                  <c:v>-0.33600000000000002</c:v>
                </c:pt>
                <c:pt idx="713">
                  <c:v>-0.159</c:v>
                </c:pt>
                <c:pt idx="714">
                  <c:v>-0.434</c:v>
                </c:pt>
                <c:pt idx="715">
                  <c:v>0.191</c:v>
                </c:pt>
                <c:pt idx="716">
                  <c:v>-0.161</c:v>
                </c:pt>
                <c:pt idx="717">
                  <c:v>-0.09</c:v>
                </c:pt>
                <c:pt idx="718">
                  <c:v>0.33300000000000002</c:v>
                </c:pt>
                <c:pt idx="719">
                  <c:v>-0.90800000000000003</c:v>
                </c:pt>
                <c:pt idx="720">
                  <c:v>-0.314</c:v>
                </c:pt>
                <c:pt idx="721">
                  <c:v>-0.32100000000000001</c:v>
                </c:pt>
                <c:pt idx="722">
                  <c:v>-0.217</c:v>
                </c:pt>
                <c:pt idx="723">
                  <c:v>-0.108</c:v>
                </c:pt>
                <c:pt idx="724">
                  <c:v>0.26600000000000001</c:v>
                </c:pt>
                <c:pt idx="725">
                  <c:v>-3.7999999999999999E-2</c:v>
                </c:pt>
                <c:pt idx="726">
                  <c:v>-0.33100000000000002</c:v>
                </c:pt>
                <c:pt idx="727">
                  <c:v>-0.50800000000000001</c:v>
                </c:pt>
                <c:pt idx="728">
                  <c:v>0.31</c:v>
                </c:pt>
                <c:pt idx="729">
                  <c:v>-0.26400000000000001</c:v>
                </c:pt>
                <c:pt idx="730">
                  <c:v>0.20200000000000001</c:v>
                </c:pt>
                <c:pt idx="731">
                  <c:v>-0.24299999999999999</c:v>
                </c:pt>
                <c:pt idx="732">
                  <c:v>0.57199999999999995</c:v>
                </c:pt>
                <c:pt idx="733">
                  <c:v>0.34499999999999997</c:v>
                </c:pt>
                <c:pt idx="734">
                  <c:v>0.41899999999999998</c:v>
                </c:pt>
                <c:pt idx="735">
                  <c:v>0.16300000000000001</c:v>
                </c:pt>
                <c:pt idx="736">
                  <c:v>0.34499999999999997</c:v>
                </c:pt>
                <c:pt idx="737">
                  <c:v>0.85599999999999998</c:v>
                </c:pt>
                <c:pt idx="738">
                  <c:v>0.436</c:v>
                </c:pt>
                <c:pt idx="739">
                  <c:v>0.30399999999999999</c:v>
                </c:pt>
                <c:pt idx="740">
                  <c:v>-1E-3</c:v>
                </c:pt>
                <c:pt idx="741">
                  <c:v>0.16300000000000001</c:v>
                </c:pt>
                <c:pt idx="742">
                  <c:v>0.33800000000000002</c:v>
                </c:pt>
                <c:pt idx="743">
                  <c:v>0.308</c:v>
                </c:pt>
                <c:pt idx="744">
                  <c:v>0.27900000000000003</c:v>
                </c:pt>
                <c:pt idx="745">
                  <c:v>7.2999999999999995E-2</c:v>
                </c:pt>
                <c:pt idx="746">
                  <c:v>0.36</c:v>
                </c:pt>
                <c:pt idx="747">
                  <c:v>0.375</c:v>
                </c:pt>
                <c:pt idx="748">
                  <c:v>0.31</c:v>
                </c:pt>
                <c:pt idx="749">
                  <c:v>0.45800000000000002</c:v>
                </c:pt>
                <c:pt idx="750">
                  <c:v>6.2E-2</c:v>
                </c:pt>
                <c:pt idx="751">
                  <c:v>0.14199999999999999</c:v>
                </c:pt>
                <c:pt idx="752">
                  <c:v>0.35</c:v>
                </c:pt>
                <c:pt idx="753">
                  <c:v>6.9000000000000006E-2</c:v>
                </c:pt>
                <c:pt idx="754">
                  <c:v>0.17699999999999999</c:v>
                </c:pt>
                <c:pt idx="755">
                  <c:v>7.2999999999999995E-2</c:v>
                </c:pt>
                <c:pt idx="756">
                  <c:v>4.1000000000000002E-2</c:v>
                </c:pt>
                <c:pt idx="757">
                  <c:v>-0.14499999999999999</c:v>
                </c:pt>
                <c:pt idx="758">
                  <c:v>0.59699999999999998</c:v>
                </c:pt>
                <c:pt idx="759">
                  <c:v>0.42499999999999999</c:v>
                </c:pt>
                <c:pt idx="760">
                  <c:v>0.35499999999999998</c:v>
                </c:pt>
                <c:pt idx="761">
                  <c:v>-1.0999999999999999E-2</c:v>
                </c:pt>
                <c:pt idx="762">
                  <c:v>-3.7999999999999999E-2</c:v>
                </c:pt>
                <c:pt idx="763">
                  <c:v>9.4E-2</c:v>
                </c:pt>
                <c:pt idx="764">
                  <c:v>-0.14199999999999999</c:v>
                </c:pt>
                <c:pt idx="765">
                  <c:v>-0.01</c:v>
                </c:pt>
                <c:pt idx="766">
                  <c:v>0.45300000000000001</c:v>
                </c:pt>
                <c:pt idx="767">
                  <c:v>0.755</c:v>
                </c:pt>
                <c:pt idx="768">
                  <c:v>0.54300000000000004</c:v>
                </c:pt>
                <c:pt idx="769">
                  <c:v>0.112</c:v>
                </c:pt>
                <c:pt idx="770">
                  <c:v>0.83799999999999997</c:v>
                </c:pt>
                <c:pt idx="771">
                  <c:v>-0.17299999999999999</c:v>
                </c:pt>
                <c:pt idx="772">
                  <c:v>0.81200000000000006</c:v>
                </c:pt>
                <c:pt idx="773">
                  <c:v>-0.122</c:v>
                </c:pt>
                <c:pt idx="774">
                  <c:v>5.0999999999999997E-2</c:v>
                </c:pt>
                <c:pt idx="775">
                  <c:v>-1.329</c:v>
                </c:pt>
                <c:pt idx="776">
                  <c:v>-8.5999999999999993E-2</c:v>
                </c:pt>
                <c:pt idx="777">
                  <c:v>0.26600000000000001</c:v>
                </c:pt>
                <c:pt idx="778">
                  <c:v>-0.373</c:v>
                </c:pt>
                <c:pt idx="779">
                  <c:v>0.28999999999999998</c:v>
                </c:pt>
                <c:pt idx="780">
                  <c:v>5.8000000000000003E-2</c:v>
                </c:pt>
                <c:pt idx="781">
                  <c:v>-0.66100000000000003</c:v>
                </c:pt>
                <c:pt idx="782">
                  <c:v>0.20899999999999999</c:v>
                </c:pt>
                <c:pt idx="783">
                  <c:v>0.42299999999999999</c:v>
                </c:pt>
                <c:pt idx="784">
                  <c:v>0.45600000000000002</c:v>
                </c:pt>
                <c:pt idx="785">
                  <c:v>0.255</c:v>
                </c:pt>
                <c:pt idx="786">
                  <c:v>-7.2999999999999995E-2</c:v>
                </c:pt>
                <c:pt idx="787">
                  <c:v>0.51300000000000001</c:v>
                </c:pt>
                <c:pt idx="788">
                  <c:v>0.60799999999999998</c:v>
                </c:pt>
                <c:pt idx="789">
                  <c:v>-0.15</c:v>
                </c:pt>
                <c:pt idx="790">
                  <c:v>4.4999999999999998E-2</c:v>
                </c:pt>
                <c:pt idx="791">
                  <c:v>-0.63100000000000001</c:v>
                </c:pt>
                <c:pt idx="792">
                  <c:v>2.1000000000000001E-2</c:v>
                </c:pt>
                <c:pt idx="793">
                  <c:v>0.121</c:v>
                </c:pt>
                <c:pt idx="794">
                  <c:v>0.27700000000000002</c:v>
                </c:pt>
                <c:pt idx="795">
                  <c:v>-5.1999999999999998E-2</c:v>
                </c:pt>
                <c:pt idx="796">
                  <c:v>-6.0000000000000001E-3</c:v>
                </c:pt>
                <c:pt idx="797">
                  <c:v>-0.16200000000000001</c:v>
                </c:pt>
                <c:pt idx="798">
                  <c:v>6.2E-2</c:v>
                </c:pt>
                <c:pt idx="799">
                  <c:v>-0.13200000000000001</c:v>
                </c:pt>
                <c:pt idx="800">
                  <c:v>-0.61399999999999999</c:v>
                </c:pt>
                <c:pt idx="801">
                  <c:v>-7.1999999999999995E-2</c:v>
                </c:pt>
                <c:pt idx="802">
                  <c:v>-1E-3</c:v>
                </c:pt>
                <c:pt idx="803">
                  <c:v>0.46500000000000002</c:v>
                </c:pt>
                <c:pt idx="804">
                  <c:v>0.05</c:v>
                </c:pt>
                <c:pt idx="805">
                  <c:v>-0.255</c:v>
                </c:pt>
                <c:pt idx="806">
                  <c:v>-2.7E-2</c:v>
                </c:pt>
                <c:pt idx="807">
                  <c:v>-0.55600000000000005</c:v>
                </c:pt>
                <c:pt idx="808">
                  <c:v>6.9000000000000006E-2</c:v>
                </c:pt>
                <c:pt idx="809">
                  <c:v>0.16900000000000001</c:v>
                </c:pt>
                <c:pt idx="810">
                  <c:v>-0.155</c:v>
                </c:pt>
                <c:pt idx="811">
                  <c:v>-0.50700000000000001</c:v>
                </c:pt>
                <c:pt idx="812">
                  <c:v>0.32</c:v>
                </c:pt>
                <c:pt idx="813">
                  <c:v>0.14599999999999999</c:v>
                </c:pt>
                <c:pt idx="814">
                  <c:v>0.34699999999999998</c:v>
                </c:pt>
                <c:pt idx="815">
                  <c:v>0.156</c:v>
                </c:pt>
                <c:pt idx="816">
                  <c:v>0.54300000000000004</c:v>
                </c:pt>
                <c:pt idx="817">
                  <c:v>-0.24</c:v>
                </c:pt>
                <c:pt idx="818">
                  <c:v>5.2999999999999999E-2</c:v>
                </c:pt>
                <c:pt idx="819">
                  <c:v>0.27900000000000003</c:v>
                </c:pt>
                <c:pt idx="820">
                  <c:v>0.44600000000000001</c:v>
                </c:pt>
                <c:pt idx="821">
                  <c:v>-0.15</c:v>
                </c:pt>
                <c:pt idx="822">
                  <c:v>-4.2000000000000003E-2</c:v>
                </c:pt>
                <c:pt idx="823">
                  <c:v>7.1999999999999995E-2</c:v>
                </c:pt>
                <c:pt idx="824">
                  <c:v>3.2000000000000001E-2</c:v>
                </c:pt>
                <c:pt idx="825">
                  <c:v>-0.06</c:v>
                </c:pt>
                <c:pt idx="826">
                  <c:v>-0.13200000000000001</c:v>
                </c:pt>
                <c:pt idx="827">
                  <c:v>0.38700000000000001</c:v>
                </c:pt>
                <c:pt idx="828">
                  <c:v>0.379</c:v>
                </c:pt>
                <c:pt idx="829">
                  <c:v>0.4</c:v>
                </c:pt>
                <c:pt idx="830">
                  <c:v>-0.29899999999999999</c:v>
                </c:pt>
                <c:pt idx="831">
                  <c:v>0.34499999999999997</c:v>
                </c:pt>
                <c:pt idx="832">
                  <c:v>-9.9000000000000005E-2</c:v>
                </c:pt>
                <c:pt idx="833">
                  <c:v>-0.64200000000000002</c:v>
                </c:pt>
                <c:pt idx="834">
                  <c:v>-1.29</c:v>
                </c:pt>
                <c:pt idx="835">
                  <c:v>0.23</c:v>
                </c:pt>
                <c:pt idx="836">
                  <c:v>-2.5000000000000001E-2</c:v>
                </c:pt>
                <c:pt idx="837">
                  <c:v>4.2999999999999997E-2</c:v>
                </c:pt>
                <c:pt idx="838">
                  <c:v>-0.25900000000000001</c:v>
                </c:pt>
                <c:pt idx="839">
                  <c:v>-0.245</c:v>
                </c:pt>
                <c:pt idx="840">
                  <c:v>-1.4E-2</c:v>
                </c:pt>
                <c:pt idx="841">
                  <c:v>-0.55600000000000005</c:v>
                </c:pt>
                <c:pt idx="842">
                  <c:v>0.13</c:v>
                </c:pt>
                <c:pt idx="843">
                  <c:v>0.16600000000000001</c:v>
                </c:pt>
                <c:pt idx="844">
                  <c:v>-0.24</c:v>
                </c:pt>
                <c:pt idx="845">
                  <c:v>0.442</c:v>
                </c:pt>
                <c:pt idx="846">
                  <c:v>0.17499999999999999</c:v>
                </c:pt>
                <c:pt idx="847">
                  <c:v>-0.128</c:v>
                </c:pt>
                <c:pt idx="848">
                  <c:v>0.17</c:v>
                </c:pt>
                <c:pt idx="849">
                  <c:v>8.2000000000000003E-2</c:v>
                </c:pt>
                <c:pt idx="850">
                  <c:v>3.0000000000000001E-3</c:v>
                </c:pt>
                <c:pt idx="851">
                  <c:v>-0.248</c:v>
                </c:pt>
                <c:pt idx="852">
                  <c:v>0.42299999999999999</c:v>
                </c:pt>
                <c:pt idx="853">
                  <c:v>-0.373</c:v>
                </c:pt>
                <c:pt idx="854">
                  <c:v>-0.23</c:v>
                </c:pt>
                <c:pt idx="855">
                  <c:v>-6.5000000000000002E-2</c:v>
                </c:pt>
                <c:pt idx="856">
                  <c:v>0.29299999999999998</c:v>
                </c:pt>
                <c:pt idx="857">
                  <c:v>0.23300000000000001</c:v>
                </c:pt>
                <c:pt idx="858">
                  <c:v>0.107</c:v>
                </c:pt>
                <c:pt idx="859">
                  <c:v>3.2000000000000001E-2</c:v>
                </c:pt>
                <c:pt idx="860">
                  <c:v>-0.309</c:v>
                </c:pt>
                <c:pt idx="861">
                  <c:v>-0.13700000000000001</c:v>
                </c:pt>
                <c:pt idx="862">
                  <c:v>-0.54</c:v>
                </c:pt>
                <c:pt idx="863">
                  <c:v>-0.69599999999999995</c:v>
                </c:pt>
                <c:pt idx="864">
                  <c:v>-0.32700000000000001</c:v>
                </c:pt>
                <c:pt idx="865">
                  <c:v>-0.28599999999999998</c:v>
                </c:pt>
                <c:pt idx="866">
                  <c:v>0.32</c:v>
                </c:pt>
                <c:pt idx="867">
                  <c:v>0.72499999999999998</c:v>
                </c:pt>
                <c:pt idx="868">
                  <c:v>-0.19700000000000001</c:v>
                </c:pt>
                <c:pt idx="869">
                  <c:v>7.5999999999999998E-2</c:v>
                </c:pt>
                <c:pt idx="870">
                  <c:v>0.12</c:v>
                </c:pt>
                <c:pt idx="871">
                  <c:v>0.49199999999999999</c:v>
                </c:pt>
                <c:pt idx="872">
                  <c:v>0.16800000000000001</c:v>
                </c:pt>
                <c:pt idx="873">
                  <c:v>3.7999999999999999E-2</c:v>
                </c:pt>
                <c:pt idx="874">
                  <c:v>8.5999999999999993E-2</c:v>
                </c:pt>
                <c:pt idx="875">
                  <c:v>0.16500000000000001</c:v>
                </c:pt>
                <c:pt idx="876">
                  <c:v>0.19</c:v>
                </c:pt>
                <c:pt idx="877">
                  <c:v>0.56999999999999995</c:v>
                </c:pt>
                <c:pt idx="878">
                  <c:v>2.9000000000000001E-2</c:v>
                </c:pt>
                <c:pt idx="879">
                  <c:v>0.36099999999999999</c:v>
                </c:pt>
                <c:pt idx="880">
                  <c:v>0.90300000000000002</c:v>
                </c:pt>
                <c:pt idx="881">
                  <c:v>0.63900000000000001</c:v>
                </c:pt>
                <c:pt idx="882">
                  <c:v>0.55300000000000005</c:v>
                </c:pt>
                <c:pt idx="883">
                  <c:v>0.51</c:v>
                </c:pt>
                <c:pt idx="884">
                  <c:v>0.23</c:v>
                </c:pt>
                <c:pt idx="885">
                  <c:v>0.86599999999999999</c:v>
                </c:pt>
                <c:pt idx="886">
                  <c:v>-0.24</c:v>
                </c:pt>
                <c:pt idx="887">
                  <c:v>0.66700000000000004</c:v>
                </c:pt>
                <c:pt idx="888">
                  <c:v>-0.28999999999999998</c:v>
                </c:pt>
                <c:pt idx="889">
                  <c:v>0.249</c:v>
                </c:pt>
                <c:pt idx="890">
                  <c:v>0.27300000000000002</c:v>
                </c:pt>
                <c:pt idx="891">
                  <c:v>0.70099999999999996</c:v>
                </c:pt>
                <c:pt idx="892">
                  <c:v>0.34300000000000003</c:v>
                </c:pt>
                <c:pt idx="893">
                  <c:v>0.56999999999999995</c:v>
                </c:pt>
                <c:pt idx="894">
                  <c:v>-0.24299999999999999</c:v>
                </c:pt>
                <c:pt idx="895">
                  <c:v>-0.27400000000000002</c:v>
                </c:pt>
                <c:pt idx="896">
                  <c:v>0.51700000000000002</c:v>
                </c:pt>
                <c:pt idx="897">
                  <c:v>1.1519999999999999</c:v>
                </c:pt>
                <c:pt idx="898">
                  <c:v>-0.156</c:v>
                </c:pt>
                <c:pt idx="899">
                  <c:v>0.45500000000000002</c:v>
                </c:pt>
                <c:pt idx="900">
                  <c:v>-0.22500000000000001</c:v>
                </c:pt>
                <c:pt idx="901">
                  <c:v>0.32300000000000001</c:v>
                </c:pt>
                <c:pt idx="902">
                  <c:v>0.107</c:v>
                </c:pt>
                <c:pt idx="903">
                  <c:v>5.3999999999999999E-2</c:v>
                </c:pt>
                <c:pt idx="904">
                  <c:v>-0.24</c:v>
                </c:pt>
                <c:pt idx="905">
                  <c:v>1.0999999999999999E-2</c:v>
                </c:pt>
                <c:pt idx="906">
                  <c:v>-0.46500000000000002</c:v>
                </c:pt>
                <c:pt idx="907">
                  <c:v>0.36899999999999999</c:v>
                </c:pt>
                <c:pt idx="908">
                  <c:v>-0.41</c:v>
                </c:pt>
                <c:pt idx="909">
                  <c:v>0.23899999999999999</c:v>
                </c:pt>
                <c:pt idx="910">
                  <c:v>-0.61299999999999999</c:v>
                </c:pt>
                <c:pt idx="911">
                  <c:v>0.47</c:v>
                </c:pt>
                <c:pt idx="912">
                  <c:v>-0.156</c:v>
                </c:pt>
                <c:pt idx="913">
                  <c:v>-0.32300000000000001</c:v>
                </c:pt>
                <c:pt idx="914">
                  <c:v>-0.56200000000000006</c:v>
                </c:pt>
                <c:pt idx="915">
                  <c:v>-0.49299999999999999</c:v>
                </c:pt>
                <c:pt idx="916">
                  <c:v>-0.45600000000000002</c:v>
                </c:pt>
                <c:pt idx="917">
                  <c:v>0.35499999999999998</c:v>
                </c:pt>
                <c:pt idx="918">
                  <c:v>-9.1999999999999998E-2</c:v>
                </c:pt>
                <c:pt idx="919">
                  <c:v>-0.156</c:v>
                </c:pt>
                <c:pt idx="920">
                  <c:v>-0.31</c:v>
                </c:pt>
                <c:pt idx="921">
                  <c:v>-3.5999999999999997E-2</c:v>
                </c:pt>
                <c:pt idx="922">
                  <c:v>9.5000000000000001E-2</c:v>
                </c:pt>
                <c:pt idx="923">
                  <c:v>-0.31</c:v>
                </c:pt>
                <c:pt idx="924">
                  <c:v>-0.43099999999999999</c:v>
                </c:pt>
                <c:pt idx="925">
                  <c:v>0.41399999999999998</c:v>
                </c:pt>
                <c:pt idx="926">
                  <c:v>-0.51300000000000001</c:v>
                </c:pt>
                <c:pt idx="927">
                  <c:v>-0.156</c:v>
                </c:pt>
                <c:pt idx="928">
                  <c:v>1.0999999999999999E-2</c:v>
                </c:pt>
                <c:pt idx="929">
                  <c:v>-0.22500000000000001</c:v>
                </c:pt>
                <c:pt idx="930">
                  <c:v>-0.95499999999999996</c:v>
                </c:pt>
                <c:pt idx="931">
                  <c:v>-1.1859999999999999</c:v>
                </c:pt>
                <c:pt idx="932">
                  <c:v>-0.33800000000000002</c:v>
                </c:pt>
                <c:pt idx="933">
                  <c:v>5.7000000000000002E-2</c:v>
                </c:pt>
                <c:pt idx="934">
                  <c:v>-0.29899999999999999</c:v>
                </c:pt>
                <c:pt idx="935">
                  <c:v>-8.2000000000000003E-2</c:v>
                </c:pt>
                <c:pt idx="936">
                  <c:v>-0.626</c:v>
                </c:pt>
                <c:pt idx="937">
                  <c:v>-0.217</c:v>
                </c:pt>
                <c:pt idx="938">
                  <c:v>-0.27400000000000002</c:v>
                </c:pt>
                <c:pt idx="939">
                  <c:v>-0.27400000000000002</c:v>
                </c:pt>
                <c:pt idx="940">
                  <c:v>-0.66700000000000004</c:v>
                </c:pt>
                <c:pt idx="941">
                  <c:v>-0.156</c:v>
                </c:pt>
                <c:pt idx="942">
                  <c:v>-0.11</c:v>
                </c:pt>
                <c:pt idx="943">
                  <c:v>-0.217</c:v>
                </c:pt>
                <c:pt idx="944">
                  <c:v>-5.0999999999999997E-2</c:v>
                </c:pt>
                <c:pt idx="945">
                  <c:v>8.6999999999999994E-2</c:v>
                </c:pt>
                <c:pt idx="946">
                  <c:v>-0.27400000000000002</c:v>
                </c:pt>
                <c:pt idx="947">
                  <c:v>0.28100000000000003</c:v>
                </c:pt>
                <c:pt idx="948">
                  <c:v>0.59099999999999997</c:v>
                </c:pt>
                <c:pt idx="949">
                  <c:v>-0.35699999999999998</c:v>
                </c:pt>
                <c:pt idx="950">
                  <c:v>-0.35699999999999998</c:v>
                </c:pt>
                <c:pt idx="951">
                  <c:v>-0.84899999999999998</c:v>
                </c:pt>
                <c:pt idx="952">
                  <c:v>-3.7999999999999999E-2</c:v>
                </c:pt>
                <c:pt idx="953">
                  <c:v>-0.156</c:v>
                </c:pt>
                <c:pt idx="954">
                  <c:v>0.18</c:v>
                </c:pt>
                <c:pt idx="955">
                  <c:v>0.64200000000000002</c:v>
                </c:pt>
                <c:pt idx="956">
                  <c:v>-0.156</c:v>
                </c:pt>
                <c:pt idx="957">
                  <c:v>0.19700000000000001</c:v>
                </c:pt>
                <c:pt idx="958">
                  <c:v>0.317</c:v>
                </c:pt>
                <c:pt idx="959">
                  <c:v>-0.504</c:v>
                </c:pt>
                <c:pt idx="960">
                  <c:v>-0.13200000000000001</c:v>
                </c:pt>
                <c:pt idx="961">
                  <c:v>0.27400000000000002</c:v>
                </c:pt>
                <c:pt idx="962">
                  <c:v>-6.7000000000000004E-2</c:v>
                </c:pt>
                <c:pt idx="963">
                  <c:v>0.48299999999999998</c:v>
                </c:pt>
                <c:pt idx="964">
                  <c:v>0.17799999999999999</c:v>
                </c:pt>
                <c:pt idx="965">
                  <c:v>-0.67100000000000004</c:v>
                </c:pt>
                <c:pt idx="966">
                  <c:v>0.245</c:v>
                </c:pt>
                <c:pt idx="967">
                  <c:v>-2.5999999999999999E-2</c:v>
                </c:pt>
                <c:pt idx="968">
                  <c:v>0.22500000000000001</c:v>
                </c:pt>
                <c:pt idx="969">
                  <c:v>0.36499999999999999</c:v>
                </c:pt>
                <c:pt idx="970">
                  <c:v>-0.40600000000000003</c:v>
                </c:pt>
                <c:pt idx="971">
                  <c:v>0.53200000000000003</c:v>
                </c:pt>
                <c:pt idx="972">
                  <c:v>-1.3560000000000001</c:v>
                </c:pt>
                <c:pt idx="973">
                  <c:v>-3.5999999999999997E-2</c:v>
                </c:pt>
                <c:pt idx="974">
                  <c:v>-0.32300000000000001</c:v>
                </c:pt>
                <c:pt idx="975">
                  <c:v>0.96699999999999997</c:v>
                </c:pt>
                <c:pt idx="976">
                  <c:v>-0.25700000000000001</c:v>
                </c:pt>
                <c:pt idx="977">
                  <c:v>0.16700000000000001</c:v>
                </c:pt>
                <c:pt idx="978">
                  <c:v>0.65900000000000003</c:v>
                </c:pt>
                <c:pt idx="979">
                  <c:v>-0.32100000000000001</c:v>
                </c:pt>
                <c:pt idx="980">
                  <c:v>-0.5</c:v>
                </c:pt>
                <c:pt idx="981">
                  <c:v>-0.13200000000000001</c:v>
                </c:pt>
                <c:pt idx="982">
                  <c:v>0.122</c:v>
                </c:pt>
                <c:pt idx="983">
                  <c:v>0.155</c:v>
                </c:pt>
                <c:pt idx="984">
                  <c:v>-0.113</c:v>
                </c:pt>
                <c:pt idx="985">
                  <c:v>-0.46899999999999997</c:v>
                </c:pt>
                <c:pt idx="986">
                  <c:v>0.82899999999999996</c:v>
                </c:pt>
                <c:pt idx="987">
                  <c:v>-0.20799999999999999</c:v>
                </c:pt>
                <c:pt idx="988">
                  <c:v>-0.22500000000000001</c:v>
                </c:pt>
                <c:pt idx="989">
                  <c:v>-4.0000000000000001E-3</c:v>
                </c:pt>
                <c:pt idx="990">
                  <c:v>-0.124</c:v>
                </c:pt>
                <c:pt idx="991">
                  <c:v>7.5999999999999998E-2</c:v>
                </c:pt>
                <c:pt idx="992">
                  <c:v>-0.106</c:v>
                </c:pt>
                <c:pt idx="993">
                  <c:v>0.222</c:v>
                </c:pt>
                <c:pt idx="994">
                  <c:v>0.13200000000000001</c:v>
                </c:pt>
                <c:pt idx="995">
                  <c:v>0.17499999999999999</c:v>
                </c:pt>
                <c:pt idx="996">
                  <c:v>-2.9000000000000001E-2</c:v>
                </c:pt>
                <c:pt idx="997">
                  <c:v>0.32300000000000001</c:v>
                </c:pt>
                <c:pt idx="998">
                  <c:v>-0.159</c:v>
                </c:pt>
                <c:pt idx="999">
                  <c:v>-0.47399999999999998</c:v>
                </c:pt>
                <c:pt idx="1000">
                  <c:v>-0.27400000000000002</c:v>
                </c:pt>
                <c:pt idx="1001">
                  <c:v>4.3999999999999997E-2</c:v>
                </c:pt>
                <c:pt idx="1002">
                  <c:v>0.22800000000000001</c:v>
                </c:pt>
                <c:pt idx="1003">
                  <c:v>-6.8000000000000005E-2</c:v>
                </c:pt>
                <c:pt idx="1004">
                  <c:v>-4.0000000000000001E-3</c:v>
                </c:pt>
                <c:pt idx="1005">
                  <c:v>0.03</c:v>
                </c:pt>
                <c:pt idx="1006">
                  <c:v>0.1</c:v>
                </c:pt>
                <c:pt idx="1007">
                  <c:v>-5.8999999999999997E-2</c:v>
                </c:pt>
                <c:pt idx="1008">
                  <c:v>-0.309</c:v>
                </c:pt>
                <c:pt idx="1009">
                  <c:v>-0.47399999999999998</c:v>
                </c:pt>
                <c:pt idx="1010">
                  <c:v>0.161</c:v>
                </c:pt>
                <c:pt idx="1011">
                  <c:v>0.185</c:v>
                </c:pt>
                <c:pt idx="1012">
                  <c:v>-0.503</c:v>
                </c:pt>
                <c:pt idx="1013">
                  <c:v>-0.2</c:v>
                </c:pt>
                <c:pt idx="1014">
                  <c:v>-0.85</c:v>
                </c:pt>
                <c:pt idx="1015">
                  <c:v>-0.1</c:v>
                </c:pt>
                <c:pt idx="1016">
                  <c:v>-0.17</c:v>
                </c:pt>
                <c:pt idx="1017">
                  <c:v>-0.40500000000000003</c:v>
                </c:pt>
                <c:pt idx="1018">
                  <c:v>-1.284</c:v>
                </c:pt>
                <c:pt idx="1019">
                  <c:v>-0.17699999999999999</c:v>
                </c:pt>
                <c:pt idx="1020">
                  <c:v>0.315</c:v>
                </c:pt>
                <c:pt idx="1021">
                  <c:v>0.27300000000000002</c:v>
                </c:pt>
                <c:pt idx="1022">
                  <c:v>7.0999999999999994E-2</c:v>
                </c:pt>
                <c:pt idx="1023">
                  <c:v>-0.14799999999999999</c:v>
                </c:pt>
                <c:pt idx="1024">
                  <c:v>0.24399999999999999</c:v>
                </c:pt>
                <c:pt idx="1025">
                  <c:v>0.3</c:v>
                </c:pt>
                <c:pt idx="1026">
                  <c:v>0.157</c:v>
                </c:pt>
                <c:pt idx="1027">
                  <c:v>-0.01</c:v>
                </c:pt>
                <c:pt idx="1028">
                  <c:v>0.19700000000000001</c:v>
                </c:pt>
                <c:pt idx="1029">
                  <c:v>0.377</c:v>
                </c:pt>
                <c:pt idx="1030">
                  <c:v>2.1999999999999999E-2</c:v>
                </c:pt>
                <c:pt idx="1031">
                  <c:v>0.159</c:v>
                </c:pt>
                <c:pt idx="1032">
                  <c:v>0.47099999999999997</c:v>
                </c:pt>
                <c:pt idx="1033">
                  <c:v>0.151</c:v>
                </c:pt>
                <c:pt idx="1034">
                  <c:v>-0.22600000000000001</c:v>
                </c:pt>
                <c:pt idx="1035">
                  <c:v>7.3999999999999996E-2</c:v>
                </c:pt>
                <c:pt idx="1036">
                  <c:v>0.35399999999999998</c:v>
                </c:pt>
                <c:pt idx="1037">
                  <c:v>0.16500000000000001</c:v>
                </c:pt>
                <c:pt idx="1038">
                  <c:v>-0.28399999999999997</c:v>
                </c:pt>
                <c:pt idx="1039">
                  <c:v>7.2999999999999995E-2</c:v>
                </c:pt>
                <c:pt idx="1040">
                  <c:v>0.39400000000000002</c:v>
                </c:pt>
                <c:pt idx="1041">
                  <c:v>0.114</c:v>
                </c:pt>
                <c:pt idx="1042">
                  <c:v>0.17499999999999999</c:v>
                </c:pt>
                <c:pt idx="1043">
                  <c:v>-3.6999999999999998E-2</c:v>
                </c:pt>
                <c:pt idx="1044">
                  <c:v>-0.22</c:v>
                </c:pt>
                <c:pt idx="1045">
                  <c:v>0.32900000000000001</c:v>
                </c:pt>
                <c:pt idx="1046">
                  <c:v>0.26500000000000001</c:v>
                </c:pt>
                <c:pt idx="1047">
                  <c:v>7.3999999999999996E-2</c:v>
                </c:pt>
                <c:pt idx="1048">
                  <c:v>-0.23799999999999999</c:v>
                </c:pt>
                <c:pt idx="1049">
                  <c:v>1.4999999999999999E-2</c:v>
                </c:pt>
                <c:pt idx="1050">
                  <c:v>-8.9999999999999993E-3</c:v>
                </c:pt>
                <c:pt idx="1051">
                  <c:v>-0.23400000000000001</c:v>
                </c:pt>
                <c:pt idx="1052">
                  <c:v>0.114</c:v>
                </c:pt>
                <c:pt idx="1053">
                  <c:v>0.26800000000000002</c:v>
                </c:pt>
                <c:pt idx="1054">
                  <c:v>0.14399999999999999</c:v>
                </c:pt>
                <c:pt idx="1055">
                  <c:v>-8.5000000000000006E-2</c:v>
                </c:pt>
                <c:pt idx="1056">
                  <c:v>-0.06</c:v>
                </c:pt>
                <c:pt idx="1057">
                  <c:v>-0.14899999999999999</c:v>
                </c:pt>
                <c:pt idx="1058">
                  <c:v>5.8999999999999997E-2</c:v>
                </c:pt>
                <c:pt idx="1059">
                  <c:v>-0.32600000000000001</c:v>
                </c:pt>
                <c:pt idx="1060">
                  <c:v>-0.13300000000000001</c:v>
                </c:pt>
                <c:pt idx="1061">
                  <c:v>-0.29099999999999998</c:v>
                </c:pt>
                <c:pt idx="1062">
                  <c:v>0.26200000000000001</c:v>
                </c:pt>
                <c:pt idx="1063">
                  <c:v>2.4E-2</c:v>
                </c:pt>
                <c:pt idx="1064">
                  <c:v>-1.9E-2</c:v>
                </c:pt>
                <c:pt idx="1065">
                  <c:v>0.32800000000000001</c:v>
                </c:pt>
                <c:pt idx="1066">
                  <c:v>0.109</c:v>
                </c:pt>
                <c:pt idx="1067">
                  <c:v>-0.39</c:v>
                </c:pt>
                <c:pt idx="1068">
                  <c:v>-9.6000000000000002E-2</c:v>
                </c:pt>
                <c:pt idx="1069">
                  <c:v>-0.29099999999999998</c:v>
                </c:pt>
                <c:pt idx="1070">
                  <c:v>0.219</c:v>
                </c:pt>
                <c:pt idx="1071">
                  <c:v>8.7999999999999995E-2</c:v>
                </c:pt>
                <c:pt idx="1072">
                  <c:v>-6.8000000000000005E-2</c:v>
                </c:pt>
                <c:pt idx="1073">
                  <c:v>-0.42799999999999999</c:v>
                </c:pt>
                <c:pt idx="1074">
                  <c:v>-0.50900000000000001</c:v>
                </c:pt>
                <c:pt idx="1075">
                  <c:v>0.48299999999999998</c:v>
                </c:pt>
                <c:pt idx="1076">
                  <c:v>0.11</c:v>
                </c:pt>
                <c:pt idx="1077">
                  <c:v>-6.8000000000000005E-2</c:v>
                </c:pt>
                <c:pt idx="1078">
                  <c:v>0.23799999999999999</c:v>
                </c:pt>
                <c:pt idx="1079">
                  <c:v>-0.11</c:v>
                </c:pt>
                <c:pt idx="1080">
                  <c:v>2.5999999999999999E-2</c:v>
                </c:pt>
                <c:pt idx="1081">
                  <c:v>0.35799999999999998</c:v>
                </c:pt>
                <c:pt idx="1082">
                  <c:v>0.61899999999999999</c:v>
                </c:pt>
                <c:pt idx="1083">
                  <c:v>-0.09</c:v>
                </c:pt>
                <c:pt idx="1084">
                  <c:v>-6.7000000000000004E-2</c:v>
                </c:pt>
                <c:pt idx="1085">
                  <c:v>0.73399999999999999</c:v>
                </c:pt>
                <c:pt idx="1086">
                  <c:v>-0.90100000000000002</c:v>
                </c:pt>
                <c:pt idx="1087">
                  <c:v>0.182</c:v>
                </c:pt>
                <c:pt idx="1088">
                  <c:v>-0.39</c:v>
                </c:pt>
                <c:pt idx="1089">
                  <c:v>-0.26200000000000001</c:v>
                </c:pt>
                <c:pt idx="1090">
                  <c:v>-1.012</c:v>
                </c:pt>
                <c:pt idx="1091">
                  <c:v>-0.70699999999999996</c:v>
                </c:pt>
                <c:pt idx="1092">
                  <c:v>-7.3999999999999996E-2</c:v>
                </c:pt>
                <c:pt idx="1093">
                  <c:v>3.9E-2</c:v>
                </c:pt>
                <c:pt idx="1094">
                  <c:v>-0.153</c:v>
                </c:pt>
                <c:pt idx="1095">
                  <c:v>-0.61299999999999999</c:v>
                </c:pt>
                <c:pt idx="1096">
                  <c:v>-0.32600000000000001</c:v>
                </c:pt>
                <c:pt idx="1097">
                  <c:v>0.57199999999999995</c:v>
                </c:pt>
                <c:pt idx="1098">
                  <c:v>-0.313</c:v>
                </c:pt>
                <c:pt idx="1099">
                  <c:v>-0.496</c:v>
                </c:pt>
                <c:pt idx="1100">
                  <c:v>-0.20799999999999999</c:v>
                </c:pt>
                <c:pt idx="1101">
                  <c:v>-0.70399999999999996</c:v>
                </c:pt>
                <c:pt idx="1102">
                  <c:v>1.4999999999999999E-2</c:v>
                </c:pt>
                <c:pt idx="1103">
                  <c:v>-0.10299999999999999</c:v>
                </c:pt>
                <c:pt idx="1104">
                  <c:v>-0.61299999999999999</c:v>
                </c:pt>
                <c:pt idx="1105">
                  <c:v>-0.44800000000000001</c:v>
                </c:pt>
                <c:pt idx="1106">
                  <c:v>-0.76800000000000002</c:v>
                </c:pt>
                <c:pt idx="1107">
                  <c:v>-0.10299999999999999</c:v>
                </c:pt>
                <c:pt idx="1108">
                  <c:v>-5.0999999999999997E-2</c:v>
                </c:pt>
                <c:pt idx="1109">
                  <c:v>-0.33500000000000002</c:v>
                </c:pt>
                <c:pt idx="1110">
                  <c:v>-0.16</c:v>
                </c:pt>
                <c:pt idx="1111">
                  <c:v>-0.65</c:v>
                </c:pt>
                <c:pt idx="1112">
                  <c:v>0.23799999999999999</c:v>
                </c:pt>
                <c:pt idx="1113">
                  <c:v>-0.88200000000000001</c:v>
                </c:pt>
                <c:pt idx="1114">
                  <c:v>-6.5000000000000002E-2</c:v>
                </c:pt>
                <c:pt idx="1115">
                  <c:v>0.70799999999999996</c:v>
                </c:pt>
                <c:pt idx="1116">
                  <c:v>0.26200000000000001</c:v>
                </c:pt>
                <c:pt idx="1117">
                  <c:v>0.79300000000000004</c:v>
                </c:pt>
                <c:pt idx="1118">
                  <c:v>0.19700000000000001</c:v>
                </c:pt>
                <c:pt idx="1119">
                  <c:v>0.11</c:v>
                </c:pt>
                <c:pt idx="1120">
                  <c:v>-1.0189999999999999</c:v>
                </c:pt>
                <c:pt idx="1121">
                  <c:v>-0.71899999999999997</c:v>
                </c:pt>
                <c:pt idx="1122">
                  <c:v>0.24399999999999999</c:v>
                </c:pt>
                <c:pt idx="1123">
                  <c:v>1.4999999999999999E-2</c:v>
                </c:pt>
                <c:pt idx="1124">
                  <c:v>0.89100000000000001</c:v>
                </c:pt>
                <c:pt idx="1125">
                  <c:v>0.11700000000000001</c:v>
                </c:pt>
                <c:pt idx="1126">
                  <c:v>4.2999999999999997E-2</c:v>
                </c:pt>
                <c:pt idx="1127">
                  <c:v>-0.20799999999999999</c:v>
                </c:pt>
                <c:pt idx="1128">
                  <c:v>-0.61299999999999999</c:v>
                </c:pt>
                <c:pt idx="1129">
                  <c:v>0.11</c:v>
                </c:pt>
                <c:pt idx="1130">
                  <c:v>-0.54400000000000004</c:v>
                </c:pt>
                <c:pt idx="1131">
                  <c:v>-0.90100000000000002</c:v>
                </c:pt>
                <c:pt idx="1132">
                  <c:v>1.4999999999999999E-2</c:v>
                </c:pt>
                <c:pt idx="1133">
                  <c:v>-0.43099999999999999</c:v>
                </c:pt>
                <c:pt idx="1134">
                  <c:v>-0.36199999999999999</c:v>
                </c:pt>
                <c:pt idx="1135">
                  <c:v>0.106</c:v>
                </c:pt>
                <c:pt idx="1136">
                  <c:v>0.59099999999999997</c:v>
                </c:pt>
                <c:pt idx="1137">
                  <c:v>0.48499999999999999</c:v>
                </c:pt>
                <c:pt idx="1138">
                  <c:v>0.53900000000000003</c:v>
                </c:pt>
                <c:pt idx="1139">
                  <c:v>0.89100000000000001</c:v>
                </c:pt>
                <c:pt idx="1140">
                  <c:v>0.84199999999999997</c:v>
                </c:pt>
                <c:pt idx="1141">
                  <c:v>1.4999999999999999E-2</c:v>
                </c:pt>
                <c:pt idx="1142">
                  <c:v>-0.20799999999999999</c:v>
                </c:pt>
                <c:pt idx="1143">
                  <c:v>0.96199999999999997</c:v>
                </c:pt>
                <c:pt idx="1144">
                  <c:v>0.61199999999999999</c:v>
                </c:pt>
                <c:pt idx="1145">
                  <c:v>-6.5000000000000002E-2</c:v>
                </c:pt>
                <c:pt idx="1146">
                  <c:v>-0.496</c:v>
                </c:pt>
                <c:pt idx="1147">
                  <c:v>0.45300000000000001</c:v>
                </c:pt>
                <c:pt idx="1148">
                  <c:v>0.71499999999999997</c:v>
                </c:pt>
                <c:pt idx="1149">
                  <c:v>-0.20799999999999999</c:v>
                </c:pt>
                <c:pt idx="1150">
                  <c:v>0.06</c:v>
                </c:pt>
                <c:pt idx="1151">
                  <c:v>0.38300000000000001</c:v>
                </c:pt>
                <c:pt idx="1152">
                  <c:v>-2.3E-2</c:v>
                </c:pt>
                <c:pt idx="1153">
                  <c:v>0.04</c:v>
                </c:pt>
                <c:pt idx="1154">
                  <c:v>5.7000000000000002E-2</c:v>
                </c:pt>
                <c:pt idx="1155">
                  <c:v>0.42799999999999999</c:v>
                </c:pt>
                <c:pt idx="1156">
                  <c:v>0.128</c:v>
                </c:pt>
                <c:pt idx="1157">
                  <c:v>-0.20799999999999999</c:v>
                </c:pt>
                <c:pt idx="1158">
                  <c:v>0.24399999999999999</c:v>
                </c:pt>
                <c:pt idx="1159">
                  <c:v>8.0000000000000002E-3</c:v>
                </c:pt>
                <c:pt idx="1160">
                  <c:v>-0.68200000000000005</c:v>
                </c:pt>
                <c:pt idx="1161">
                  <c:v>-0.129</c:v>
                </c:pt>
                <c:pt idx="1162">
                  <c:v>-0.23200000000000001</c:v>
                </c:pt>
                <c:pt idx="1163">
                  <c:v>9.4E-2</c:v>
                </c:pt>
                <c:pt idx="1164">
                  <c:v>7.0000000000000001E-3</c:v>
                </c:pt>
                <c:pt idx="1165">
                  <c:v>0.33600000000000002</c:v>
                </c:pt>
                <c:pt idx="1166">
                  <c:v>0.45500000000000002</c:v>
                </c:pt>
                <c:pt idx="1167">
                  <c:v>0.19700000000000001</c:v>
                </c:pt>
                <c:pt idx="1168">
                  <c:v>0.80400000000000005</c:v>
                </c:pt>
                <c:pt idx="1169">
                  <c:v>0.68600000000000005</c:v>
                </c:pt>
                <c:pt idx="1170">
                  <c:v>0.24399999999999999</c:v>
                </c:pt>
                <c:pt idx="1171">
                  <c:v>0.60799999999999998</c:v>
                </c:pt>
                <c:pt idx="1172">
                  <c:v>-1.4E-2</c:v>
                </c:pt>
                <c:pt idx="1173">
                  <c:v>-0.35899999999999999</c:v>
                </c:pt>
                <c:pt idx="1174">
                  <c:v>-0.23100000000000001</c:v>
                </c:pt>
                <c:pt idx="1175">
                  <c:v>-0.14499999999999999</c:v>
                </c:pt>
                <c:pt idx="1176">
                  <c:v>0.127</c:v>
                </c:pt>
                <c:pt idx="1177">
                  <c:v>6.7000000000000004E-2</c:v>
                </c:pt>
                <c:pt idx="1178">
                  <c:v>-0.25900000000000001</c:v>
                </c:pt>
                <c:pt idx="1179">
                  <c:v>-0.41899999999999998</c:v>
                </c:pt>
                <c:pt idx="1180">
                  <c:v>0.187</c:v>
                </c:pt>
                <c:pt idx="1181">
                  <c:v>0.748</c:v>
                </c:pt>
                <c:pt idx="1182">
                  <c:v>0.378</c:v>
                </c:pt>
                <c:pt idx="1183">
                  <c:v>-0.17599999999999999</c:v>
                </c:pt>
                <c:pt idx="1184">
                  <c:v>5.5E-2</c:v>
                </c:pt>
                <c:pt idx="1185">
                  <c:v>6.6000000000000003E-2</c:v>
                </c:pt>
                <c:pt idx="1186">
                  <c:v>0.3</c:v>
                </c:pt>
                <c:pt idx="1187">
                  <c:v>-2E-3</c:v>
                </c:pt>
                <c:pt idx="1188">
                  <c:v>0.224</c:v>
                </c:pt>
                <c:pt idx="1189">
                  <c:v>-0.25600000000000001</c:v>
                </c:pt>
                <c:pt idx="1190">
                  <c:v>2.4E-2</c:v>
                </c:pt>
                <c:pt idx="1191">
                  <c:v>7.6999999999999999E-2</c:v>
                </c:pt>
                <c:pt idx="1192">
                  <c:v>0.436</c:v>
                </c:pt>
                <c:pt idx="1193">
                  <c:v>-0.20899999999999999</c:v>
                </c:pt>
                <c:pt idx="1194">
                  <c:v>-0.33100000000000002</c:v>
                </c:pt>
                <c:pt idx="1195">
                  <c:v>0.375</c:v>
                </c:pt>
                <c:pt idx="1196">
                  <c:v>-0.125</c:v>
                </c:pt>
                <c:pt idx="1197">
                  <c:v>6.6000000000000003E-2</c:v>
                </c:pt>
                <c:pt idx="1198">
                  <c:v>7.6999999999999999E-2</c:v>
                </c:pt>
                <c:pt idx="1199">
                  <c:v>0.107</c:v>
                </c:pt>
                <c:pt idx="1200">
                  <c:v>0.224</c:v>
                </c:pt>
                <c:pt idx="1201">
                  <c:v>0.58599999999999997</c:v>
                </c:pt>
                <c:pt idx="1202">
                  <c:v>-0.64600000000000002</c:v>
                </c:pt>
                <c:pt idx="1203">
                  <c:v>-0.13300000000000001</c:v>
                </c:pt>
                <c:pt idx="1204">
                  <c:v>-4.0000000000000001E-3</c:v>
                </c:pt>
                <c:pt idx="1205">
                  <c:v>-0.29599999999999999</c:v>
                </c:pt>
                <c:pt idx="1206">
                  <c:v>2.4E-2</c:v>
                </c:pt>
                <c:pt idx="1207">
                  <c:v>-0.14699999999999999</c:v>
                </c:pt>
                <c:pt idx="1208">
                  <c:v>0.34599999999999997</c:v>
                </c:pt>
                <c:pt idx="1209">
                  <c:v>0.41399999999999998</c:v>
                </c:pt>
                <c:pt idx="1210">
                  <c:v>-3.7999999999999999E-2</c:v>
                </c:pt>
                <c:pt idx="1211">
                  <c:v>-1.4999999999999999E-2</c:v>
                </c:pt>
                <c:pt idx="1212">
                  <c:v>9.8000000000000004E-2</c:v>
                </c:pt>
                <c:pt idx="1213">
                  <c:v>-0.248</c:v>
                </c:pt>
                <c:pt idx="1214">
                  <c:v>7.1999999999999995E-2</c:v>
                </c:pt>
                <c:pt idx="1215">
                  <c:v>-0.56799999999999995</c:v>
                </c:pt>
                <c:pt idx="1216">
                  <c:v>-0.35899999999999999</c:v>
                </c:pt>
                <c:pt idx="1217">
                  <c:v>0.82299999999999995</c:v>
                </c:pt>
                <c:pt idx="1218">
                  <c:v>2.7E-2</c:v>
                </c:pt>
                <c:pt idx="1219">
                  <c:v>-0.41799999999999998</c:v>
                </c:pt>
                <c:pt idx="1220">
                  <c:v>5.5E-2</c:v>
                </c:pt>
                <c:pt idx="1221">
                  <c:v>0.5</c:v>
                </c:pt>
                <c:pt idx="1222">
                  <c:v>-0.39800000000000002</c:v>
                </c:pt>
                <c:pt idx="1223">
                  <c:v>-0.79</c:v>
                </c:pt>
                <c:pt idx="1224">
                  <c:v>0.873</c:v>
                </c:pt>
                <c:pt idx="1225">
                  <c:v>0.44800000000000001</c:v>
                </c:pt>
                <c:pt idx="1226">
                  <c:v>-0.40899999999999997</c:v>
                </c:pt>
                <c:pt idx="1227">
                  <c:v>-0.27800000000000002</c:v>
                </c:pt>
                <c:pt idx="1228">
                  <c:v>-0.29199999999999998</c:v>
                </c:pt>
                <c:pt idx="1229">
                  <c:v>0.375</c:v>
                </c:pt>
                <c:pt idx="1230">
                  <c:v>0.111</c:v>
                </c:pt>
                <c:pt idx="1231">
                  <c:v>0.44700000000000001</c:v>
                </c:pt>
                <c:pt idx="1232">
                  <c:v>-0.22500000000000001</c:v>
                </c:pt>
                <c:pt idx="1233">
                  <c:v>-8.7999999999999995E-2</c:v>
                </c:pt>
                <c:pt idx="1234">
                  <c:v>-1.4570000000000001</c:v>
                </c:pt>
                <c:pt idx="1235">
                  <c:v>-0.67400000000000004</c:v>
                </c:pt>
                <c:pt idx="1236">
                  <c:v>-0.35899999999999999</c:v>
                </c:pt>
                <c:pt idx="1237">
                  <c:v>-0.35899999999999999</c:v>
                </c:pt>
                <c:pt idx="1238">
                  <c:v>-2.1999999999999999E-2</c:v>
                </c:pt>
                <c:pt idx="1239">
                  <c:v>0.91400000000000003</c:v>
                </c:pt>
                <c:pt idx="1240">
                  <c:v>-0.47699999999999998</c:v>
                </c:pt>
                <c:pt idx="1241">
                  <c:v>4.0000000000000001E-3</c:v>
                </c:pt>
                <c:pt idx="1242">
                  <c:v>-0.22500000000000001</c:v>
                </c:pt>
                <c:pt idx="1243">
                  <c:v>-5.6000000000000001E-2</c:v>
                </c:pt>
                <c:pt idx="1244">
                  <c:v>-0.23100000000000001</c:v>
                </c:pt>
                <c:pt idx="1245">
                  <c:v>-0.192</c:v>
                </c:pt>
                <c:pt idx="1246">
                  <c:v>-0.22500000000000001</c:v>
                </c:pt>
                <c:pt idx="1247">
                  <c:v>-4.3999999999999997E-2</c:v>
                </c:pt>
                <c:pt idx="1248">
                  <c:v>-0.20100000000000001</c:v>
                </c:pt>
                <c:pt idx="1249">
                  <c:v>0.33400000000000002</c:v>
                </c:pt>
                <c:pt idx="1250">
                  <c:v>4.7E-2</c:v>
                </c:pt>
                <c:pt idx="1251">
                  <c:v>-0.18099999999999999</c:v>
                </c:pt>
                <c:pt idx="1252">
                  <c:v>-0.13600000000000001</c:v>
                </c:pt>
                <c:pt idx="1253">
                  <c:v>0.38800000000000001</c:v>
                </c:pt>
                <c:pt idx="1254">
                  <c:v>-0.28499999999999998</c:v>
                </c:pt>
                <c:pt idx="1255">
                  <c:v>-0.184</c:v>
                </c:pt>
                <c:pt idx="1256">
                  <c:v>-1.2E-2</c:v>
                </c:pt>
                <c:pt idx="1257">
                  <c:v>0.17199999999999999</c:v>
                </c:pt>
                <c:pt idx="1258">
                  <c:v>-0.21199999999999999</c:v>
                </c:pt>
                <c:pt idx="1259">
                  <c:v>-0.442</c:v>
                </c:pt>
                <c:pt idx="1260">
                  <c:v>-0.112</c:v>
                </c:pt>
                <c:pt idx="1261">
                  <c:v>0.39500000000000002</c:v>
                </c:pt>
                <c:pt idx="1262">
                  <c:v>-0.45900000000000002</c:v>
                </c:pt>
                <c:pt idx="1263">
                  <c:v>0.48899999999999999</c:v>
                </c:pt>
                <c:pt idx="1264">
                  <c:v>-8.7999999999999995E-2</c:v>
                </c:pt>
                <c:pt idx="1265">
                  <c:v>-0.25600000000000001</c:v>
                </c:pt>
                <c:pt idx="1266">
                  <c:v>0.26</c:v>
                </c:pt>
                <c:pt idx="1267">
                  <c:v>-6.2E-2</c:v>
                </c:pt>
                <c:pt idx="1268">
                  <c:v>0.217</c:v>
                </c:pt>
                <c:pt idx="1269">
                  <c:v>0.127</c:v>
                </c:pt>
                <c:pt idx="1270">
                  <c:v>-4.9000000000000002E-2</c:v>
                </c:pt>
                <c:pt idx="1271">
                  <c:v>0.14399999999999999</c:v>
                </c:pt>
                <c:pt idx="1272">
                  <c:v>-0.187</c:v>
                </c:pt>
                <c:pt idx="1273">
                  <c:v>-0.219</c:v>
                </c:pt>
                <c:pt idx="1274">
                  <c:v>-0.51800000000000002</c:v>
                </c:pt>
                <c:pt idx="1275">
                  <c:v>-0.82899999999999996</c:v>
                </c:pt>
                <c:pt idx="1276">
                  <c:v>0.17199999999999999</c:v>
                </c:pt>
                <c:pt idx="1277">
                  <c:v>0.59699999999999998</c:v>
                </c:pt>
                <c:pt idx="1278">
                  <c:v>0.20100000000000001</c:v>
                </c:pt>
                <c:pt idx="1279">
                  <c:v>-2E-3</c:v>
                </c:pt>
                <c:pt idx="1280">
                  <c:v>-0.22500000000000001</c:v>
                </c:pt>
                <c:pt idx="1281">
                  <c:v>0.11600000000000001</c:v>
                </c:pt>
                <c:pt idx="1282">
                  <c:v>-0.6</c:v>
                </c:pt>
                <c:pt idx="1283">
                  <c:v>-0.35899999999999999</c:v>
                </c:pt>
                <c:pt idx="1284">
                  <c:v>-0.12</c:v>
                </c:pt>
                <c:pt idx="1285">
                  <c:v>-0.20799999999999999</c:v>
                </c:pt>
                <c:pt idx="1286">
                  <c:v>-0.16800000000000001</c:v>
                </c:pt>
                <c:pt idx="1287">
                  <c:v>-0.46100000000000002</c:v>
                </c:pt>
                <c:pt idx="1288">
                  <c:v>-0.627</c:v>
                </c:pt>
                <c:pt idx="1289">
                  <c:v>-0.14199999999999999</c:v>
                </c:pt>
                <c:pt idx="1290">
                  <c:v>0.41699999999999998</c:v>
                </c:pt>
                <c:pt idx="1291">
                  <c:v>-0.29699999999999999</c:v>
                </c:pt>
                <c:pt idx="1292">
                  <c:v>6.2E-2</c:v>
                </c:pt>
                <c:pt idx="1293">
                  <c:v>-1.9E-2</c:v>
                </c:pt>
                <c:pt idx="1294">
                  <c:v>-0.35899999999999999</c:v>
                </c:pt>
                <c:pt idx="1295">
                  <c:v>0.33400000000000002</c:v>
                </c:pt>
                <c:pt idx="1296">
                  <c:v>0.35199999999999998</c:v>
                </c:pt>
                <c:pt idx="1297">
                  <c:v>0.28999999999999998</c:v>
                </c:pt>
                <c:pt idx="1298">
                  <c:v>0.36599999999999999</c:v>
                </c:pt>
                <c:pt idx="1299">
                  <c:v>0.60199999999999998</c:v>
                </c:pt>
                <c:pt idx="1300">
                  <c:v>-0.89400000000000002</c:v>
                </c:pt>
                <c:pt idx="1301">
                  <c:v>-0.11799999999999999</c:v>
                </c:pt>
                <c:pt idx="1302">
                  <c:v>0.20399999999999999</c:v>
                </c:pt>
                <c:pt idx="1303">
                  <c:v>-0.21</c:v>
                </c:pt>
                <c:pt idx="1304">
                  <c:v>-0.82899999999999996</c:v>
                </c:pt>
                <c:pt idx="1305">
                  <c:v>0.63200000000000001</c:v>
                </c:pt>
                <c:pt idx="1306">
                  <c:v>0.36699999999999999</c:v>
                </c:pt>
                <c:pt idx="1307">
                  <c:v>3.2000000000000001E-2</c:v>
                </c:pt>
                <c:pt idx="1308">
                  <c:v>0.19500000000000001</c:v>
                </c:pt>
                <c:pt idx="1309">
                  <c:v>3.1E-2</c:v>
                </c:pt>
                <c:pt idx="1310">
                  <c:v>-9.6000000000000002E-2</c:v>
                </c:pt>
                <c:pt idx="1311">
                  <c:v>-0.26300000000000001</c:v>
                </c:pt>
                <c:pt idx="1312">
                  <c:v>5.2999999999999999E-2</c:v>
                </c:pt>
                <c:pt idx="1313">
                  <c:v>0.45200000000000001</c:v>
                </c:pt>
                <c:pt idx="1314">
                  <c:v>0.223</c:v>
                </c:pt>
                <c:pt idx="1315">
                  <c:v>-0.29799999999999999</c:v>
                </c:pt>
                <c:pt idx="1316">
                  <c:v>-5.7000000000000002E-2</c:v>
                </c:pt>
                <c:pt idx="1317">
                  <c:v>-0.33900000000000002</c:v>
                </c:pt>
                <c:pt idx="1318">
                  <c:v>-0.151</c:v>
                </c:pt>
                <c:pt idx="1319">
                  <c:v>0.83599999999999997</c:v>
                </c:pt>
                <c:pt idx="1320">
                  <c:v>0.26900000000000002</c:v>
                </c:pt>
                <c:pt idx="1321">
                  <c:v>4.7E-2</c:v>
                </c:pt>
                <c:pt idx="1322">
                  <c:v>-0.90900000000000003</c:v>
                </c:pt>
                <c:pt idx="1323">
                  <c:v>-0.23400000000000001</c:v>
                </c:pt>
                <c:pt idx="1324">
                  <c:v>-0.55900000000000005</c:v>
                </c:pt>
                <c:pt idx="1325">
                  <c:v>0.106</c:v>
                </c:pt>
                <c:pt idx="1326">
                  <c:v>0.308</c:v>
                </c:pt>
                <c:pt idx="1327">
                  <c:v>7.9000000000000001E-2</c:v>
                </c:pt>
                <c:pt idx="1328">
                  <c:v>2E-3</c:v>
                </c:pt>
                <c:pt idx="1329">
                  <c:v>-0.55300000000000005</c:v>
                </c:pt>
                <c:pt idx="1330">
                  <c:v>0.873</c:v>
                </c:pt>
                <c:pt idx="1331">
                  <c:v>0.22900000000000001</c:v>
                </c:pt>
                <c:pt idx="1332">
                  <c:v>7.4999999999999997E-2</c:v>
                </c:pt>
                <c:pt idx="1333">
                  <c:v>0.29799999999999999</c:v>
                </c:pt>
                <c:pt idx="1334">
                  <c:v>0.16200000000000001</c:v>
                </c:pt>
                <c:pt idx="1335">
                  <c:v>0.121</c:v>
                </c:pt>
                <c:pt idx="1336">
                  <c:v>0.33400000000000002</c:v>
                </c:pt>
                <c:pt idx="1337">
                  <c:v>0.104</c:v>
                </c:pt>
                <c:pt idx="1338">
                  <c:v>0.48899999999999999</c:v>
                </c:pt>
                <c:pt idx="1339">
                  <c:v>-0.27200000000000002</c:v>
                </c:pt>
                <c:pt idx="1340">
                  <c:v>0.311</c:v>
                </c:pt>
                <c:pt idx="1341">
                  <c:v>7.3999999999999996E-2</c:v>
                </c:pt>
                <c:pt idx="1342">
                  <c:v>-0.192</c:v>
                </c:pt>
                <c:pt idx="1343">
                  <c:v>4.7E-2</c:v>
                </c:pt>
                <c:pt idx="1344">
                  <c:v>-0.16200000000000001</c:v>
                </c:pt>
                <c:pt idx="1345">
                  <c:v>2.7E-2</c:v>
                </c:pt>
                <c:pt idx="1346">
                  <c:v>-0.69499999999999995</c:v>
                </c:pt>
                <c:pt idx="1347">
                  <c:v>0.29099999999999998</c:v>
                </c:pt>
                <c:pt idx="1348">
                  <c:v>0.16</c:v>
                </c:pt>
                <c:pt idx="1349">
                  <c:v>-5.5E-2</c:v>
                </c:pt>
                <c:pt idx="1350">
                  <c:v>0.46800000000000003</c:v>
                </c:pt>
                <c:pt idx="1351">
                  <c:v>-0.439</c:v>
                </c:pt>
                <c:pt idx="1352">
                  <c:v>0.20100000000000001</c:v>
                </c:pt>
                <c:pt idx="1353">
                  <c:v>-0.214</c:v>
                </c:pt>
                <c:pt idx="1354">
                  <c:v>0.27400000000000002</c:v>
                </c:pt>
                <c:pt idx="1355">
                  <c:v>0.379</c:v>
                </c:pt>
                <c:pt idx="1356">
                  <c:v>-7.0999999999999994E-2</c:v>
                </c:pt>
                <c:pt idx="1357">
                  <c:v>-0.41399999999999998</c:v>
                </c:pt>
                <c:pt idx="1358">
                  <c:v>-0.35899999999999999</c:v>
                </c:pt>
                <c:pt idx="1359">
                  <c:v>6.0999999999999999E-2</c:v>
                </c:pt>
                <c:pt idx="1360">
                  <c:v>1.028</c:v>
                </c:pt>
                <c:pt idx="1361">
                  <c:v>0.26500000000000001</c:v>
                </c:pt>
                <c:pt idx="1362">
                  <c:v>0.17</c:v>
                </c:pt>
                <c:pt idx="1363">
                  <c:v>-9.5000000000000001E-2</c:v>
                </c:pt>
                <c:pt idx="1364">
                  <c:v>-0.65900000000000003</c:v>
                </c:pt>
                <c:pt idx="1365">
                  <c:v>-0.20200000000000001</c:v>
                </c:pt>
                <c:pt idx="1366">
                  <c:v>0.41099999999999998</c:v>
                </c:pt>
                <c:pt idx="1367">
                  <c:v>-7.2999999999999995E-2</c:v>
                </c:pt>
                <c:pt idx="1368">
                  <c:v>-0.08</c:v>
                </c:pt>
                <c:pt idx="1369">
                  <c:v>-0.29499999999999998</c:v>
                </c:pt>
                <c:pt idx="1370">
                  <c:v>-4.2999999999999997E-2</c:v>
                </c:pt>
                <c:pt idx="1371">
                  <c:v>0.16600000000000001</c:v>
                </c:pt>
                <c:pt idx="1372">
                  <c:v>-0.38800000000000001</c:v>
                </c:pt>
                <c:pt idx="1373">
                  <c:v>-0.36599999999999999</c:v>
                </c:pt>
                <c:pt idx="1374">
                  <c:v>0.54800000000000004</c:v>
                </c:pt>
                <c:pt idx="1375">
                  <c:v>0.39600000000000002</c:v>
                </c:pt>
                <c:pt idx="1376">
                  <c:v>0.72799999999999998</c:v>
                </c:pt>
                <c:pt idx="1377">
                  <c:v>-0.29099999999999998</c:v>
                </c:pt>
                <c:pt idx="1378">
                  <c:v>-0.08</c:v>
                </c:pt>
                <c:pt idx="1379">
                  <c:v>0.24199999999999999</c:v>
                </c:pt>
                <c:pt idx="1380">
                  <c:v>0.19900000000000001</c:v>
                </c:pt>
                <c:pt idx="1381">
                  <c:v>0.13700000000000001</c:v>
                </c:pt>
                <c:pt idx="1382">
                  <c:v>0.14299999999999999</c:v>
                </c:pt>
                <c:pt idx="1383">
                  <c:v>-0.432</c:v>
                </c:pt>
                <c:pt idx="1384">
                  <c:v>0.33</c:v>
                </c:pt>
                <c:pt idx="1385">
                  <c:v>0.123</c:v>
                </c:pt>
                <c:pt idx="1386">
                  <c:v>0.39</c:v>
                </c:pt>
                <c:pt idx="1387">
                  <c:v>9.2999999999999999E-2</c:v>
                </c:pt>
                <c:pt idx="1388">
                  <c:v>0.17100000000000001</c:v>
                </c:pt>
                <c:pt idx="1389">
                  <c:v>-0.44</c:v>
                </c:pt>
                <c:pt idx="1390">
                  <c:v>-5.6000000000000001E-2</c:v>
                </c:pt>
                <c:pt idx="1391">
                  <c:v>-0.52</c:v>
                </c:pt>
                <c:pt idx="1392">
                  <c:v>-0.182</c:v>
                </c:pt>
                <c:pt idx="1393">
                  <c:v>0.106</c:v>
                </c:pt>
                <c:pt idx="1394">
                  <c:v>-5.2999999999999999E-2</c:v>
                </c:pt>
                <c:pt idx="1395">
                  <c:v>-0.26300000000000001</c:v>
                </c:pt>
                <c:pt idx="1396">
                  <c:v>0.153</c:v>
                </c:pt>
                <c:pt idx="1397">
                  <c:v>-0.42299999999999999</c:v>
                </c:pt>
                <c:pt idx="1398">
                  <c:v>-4.2999999999999997E-2</c:v>
                </c:pt>
                <c:pt idx="1399">
                  <c:v>-3.6999999999999998E-2</c:v>
                </c:pt>
                <c:pt idx="1400">
                  <c:v>0.124</c:v>
                </c:pt>
                <c:pt idx="1401">
                  <c:v>-0.13900000000000001</c:v>
                </c:pt>
                <c:pt idx="1402">
                  <c:v>6.6000000000000003E-2</c:v>
                </c:pt>
                <c:pt idx="1403">
                  <c:v>0.44700000000000001</c:v>
                </c:pt>
                <c:pt idx="1404">
                  <c:v>-0.33100000000000002</c:v>
                </c:pt>
                <c:pt idx="1405">
                  <c:v>-0.20100000000000001</c:v>
                </c:pt>
                <c:pt idx="1406">
                  <c:v>-1.9E-2</c:v>
                </c:pt>
                <c:pt idx="1407">
                  <c:v>-0.185</c:v>
                </c:pt>
                <c:pt idx="1408">
                  <c:v>-3.5000000000000003E-2</c:v>
                </c:pt>
                <c:pt idx="1409">
                  <c:v>0.53200000000000003</c:v>
                </c:pt>
                <c:pt idx="1410">
                  <c:v>-6.3E-2</c:v>
                </c:pt>
                <c:pt idx="1411">
                  <c:v>0.15</c:v>
                </c:pt>
                <c:pt idx="1412">
                  <c:v>0.38300000000000001</c:v>
                </c:pt>
                <c:pt idx="1413">
                  <c:v>0.12</c:v>
                </c:pt>
                <c:pt idx="1414">
                  <c:v>-1.2E-2</c:v>
                </c:pt>
                <c:pt idx="1415">
                  <c:v>-1.1140000000000001</c:v>
                </c:pt>
                <c:pt idx="1416">
                  <c:v>0.29799999999999999</c:v>
                </c:pt>
                <c:pt idx="1417">
                  <c:v>-2.7E-2</c:v>
                </c:pt>
                <c:pt idx="1418">
                  <c:v>0.155</c:v>
                </c:pt>
                <c:pt idx="1419">
                  <c:v>-0.38</c:v>
                </c:pt>
                <c:pt idx="1420">
                  <c:v>-0.33100000000000002</c:v>
                </c:pt>
                <c:pt idx="1421">
                  <c:v>0.24</c:v>
                </c:pt>
                <c:pt idx="1422">
                  <c:v>0.17399999999999999</c:v>
                </c:pt>
                <c:pt idx="1423">
                  <c:v>-0.61899999999999999</c:v>
                </c:pt>
                <c:pt idx="1424">
                  <c:v>5.8000000000000003E-2</c:v>
                </c:pt>
                <c:pt idx="1425">
                  <c:v>-0.22600000000000001</c:v>
                </c:pt>
                <c:pt idx="1426">
                  <c:v>6.0000000000000001E-3</c:v>
                </c:pt>
                <c:pt idx="1427">
                  <c:v>0.754</c:v>
                </c:pt>
                <c:pt idx="1428">
                  <c:v>-0.48499999999999999</c:v>
                </c:pt>
                <c:pt idx="1429">
                  <c:v>-0.38800000000000001</c:v>
                </c:pt>
                <c:pt idx="1430">
                  <c:v>-0.26500000000000001</c:v>
                </c:pt>
                <c:pt idx="1431">
                  <c:v>9.1999999999999998E-2</c:v>
                </c:pt>
                <c:pt idx="1432">
                  <c:v>-9.2999999999999999E-2</c:v>
                </c:pt>
                <c:pt idx="1433">
                  <c:v>0.26</c:v>
                </c:pt>
                <c:pt idx="1434">
                  <c:v>-0.10100000000000001</c:v>
                </c:pt>
                <c:pt idx="1435">
                  <c:v>2.4E-2</c:v>
                </c:pt>
                <c:pt idx="1436">
                  <c:v>-0.112</c:v>
                </c:pt>
                <c:pt idx="1437">
                  <c:v>0.114</c:v>
                </c:pt>
                <c:pt idx="1438">
                  <c:v>0.19700000000000001</c:v>
                </c:pt>
                <c:pt idx="1439">
                  <c:v>0.44500000000000001</c:v>
                </c:pt>
                <c:pt idx="1440">
                  <c:v>0.52300000000000002</c:v>
                </c:pt>
                <c:pt idx="1441">
                  <c:v>0.184</c:v>
                </c:pt>
                <c:pt idx="1442">
                  <c:v>-5.1999999999999998E-2</c:v>
                </c:pt>
                <c:pt idx="1443">
                  <c:v>-0.32600000000000001</c:v>
                </c:pt>
                <c:pt idx="1444">
                  <c:v>-0.14099999999999999</c:v>
                </c:pt>
                <c:pt idx="1445">
                  <c:v>0.78300000000000003</c:v>
                </c:pt>
                <c:pt idx="1446">
                  <c:v>-0.192</c:v>
                </c:pt>
                <c:pt idx="1447">
                  <c:v>0.51100000000000001</c:v>
                </c:pt>
                <c:pt idx="1448">
                  <c:v>2.5999999999999999E-2</c:v>
                </c:pt>
                <c:pt idx="1449">
                  <c:v>7.9000000000000001E-2</c:v>
                </c:pt>
                <c:pt idx="1450">
                  <c:v>-1.155</c:v>
                </c:pt>
                <c:pt idx="1451">
                  <c:v>4.9000000000000002E-2</c:v>
                </c:pt>
                <c:pt idx="1452">
                  <c:v>0.28899999999999998</c:v>
                </c:pt>
                <c:pt idx="1453">
                  <c:v>0.182</c:v>
                </c:pt>
                <c:pt idx="1454">
                  <c:v>7.9000000000000001E-2</c:v>
                </c:pt>
                <c:pt idx="1455">
                  <c:v>-0.78900000000000003</c:v>
                </c:pt>
                <c:pt idx="1456">
                  <c:v>0.58199999999999996</c:v>
                </c:pt>
                <c:pt idx="1457">
                  <c:v>0.77</c:v>
                </c:pt>
                <c:pt idx="1458">
                  <c:v>-0.36399999999999999</c:v>
                </c:pt>
                <c:pt idx="1459">
                  <c:v>0.64400000000000002</c:v>
                </c:pt>
                <c:pt idx="1460">
                  <c:v>-7.6999999999999999E-2</c:v>
                </c:pt>
                <c:pt idx="1461">
                  <c:v>-0.26800000000000002</c:v>
                </c:pt>
                <c:pt idx="1462">
                  <c:v>5.5E-2</c:v>
                </c:pt>
                <c:pt idx="1463">
                  <c:v>0.26100000000000001</c:v>
                </c:pt>
                <c:pt idx="1464">
                  <c:v>-7.1999999999999995E-2</c:v>
                </c:pt>
                <c:pt idx="1465">
                  <c:v>1.0999999999999999E-2</c:v>
                </c:pt>
                <c:pt idx="1466">
                  <c:v>2.9000000000000001E-2</c:v>
                </c:pt>
                <c:pt idx="1467">
                  <c:v>0.53900000000000003</c:v>
                </c:pt>
                <c:pt idx="1468">
                  <c:v>0.42299999999999999</c:v>
                </c:pt>
                <c:pt idx="1469">
                  <c:v>-3.3000000000000002E-2</c:v>
                </c:pt>
                <c:pt idx="1470">
                  <c:v>-0.17799999999999999</c:v>
                </c:pt>
                <c:pt idx="1471">
                  <c:v>-0.124</c:v>
                </c:pt>
                <c:pt idx="1472">
                  <c:v>-0.114</c:v>
                </c:pt>
                <c:pt idx="1473">
                  <c:v>0.16600000000000001</c:v>
                </c:pt>
                <c:pt idx="1474">
                  <c:v>7.5999999999999998E-2</c:v>
                </c:pt>
                <c:pt idx="1475">
                  <c:v>7.2999999999999995E-2</c:v>
                </c:pt>
                <c:pt idx="1476">
                  <c:v>0.25800000000000001</c:v>
                </c:pt>
                <c:pt idx="1477">
                  <c:v>0.129</c:v>
                </c:pt>
                <c:pt idx="1478">
                  <c:v>-0.35699999999999998</c:v>
                </c:pt>
                <c:pt idx="1479">
                  <c:v>0.11799999999999999</c:v>
                </c:pt>
                <c:pt idx="1480">
                  <c:v>-0.52700000000000002</c:v>
                </c:pt>
                <c:pt idx="1481">
                  <c:v>0.57199999999999995</c:v>
                </c:pt>
                <c:pt idx="1482">
                  <c:v>0.23400000000000001</c:v>
                </c:pt>
                <c:pt idx="1483">
                  <c:v>-0.218</c:v>
                </c:pt>
                <c:pt idx="1484">
                  <c:v>0.221</c:v>
                </c:pt>
                <c:pt idx="1485">
                  <c:v>0.45400000000000001</c:v>
                </c:pt>
                <c:pt idx="1486">
                  <c:v>0.51100000000000001</c:v>
                </c:pt>
                <c:pt idx="1487">
                  <c:v>0.184</c:v>
                </c:pt>
                <c:pt idx="1488">
                  <c:v>0.35699999999999998</c:v>
                </c:pt>
                <c:pt idx="1489">
                  <c:v>-0.1</c:v>
                </c:pt>
                <c:pt idx="1490">
                  <c:v>-0.84</c:v>
                </c:pt>
                <c:pt idx="1491">
                  <c:v>-0.32200000000000001</c:v>
                </c:pt>
                <c:pt idx="1492">
                  <c:v>0.42599999999999999</c:v>
                </c:pt>
                <c:pt idx="1493">
                  <c:v>0.29599999999999999</c:v>
                </c:pt>
                <c:pt idx="1494">
                  <c:v>0.33600000000000002</c:v>
                </c:pt>
                <c:pt idx="1495">
                  <c:v>0.16600000000000001</c:v>
                </c:pt>
                <c:pt idx="1496">
                  <c:v>-0.40600000000000003</c:v>
                </c:pt>
                <c:pt idx="1497">
                  <c:v>-0.18</c:v>
                </c:pt>
                <c:pt idx="1498">
                  <c:v>-3.7999999999999999E-2</c:v>
                </c:pt>
                <c:pt idx="1499">
                  <c:v>4.9000000000000002E-2</c:v>
                </c:pt>
                <c:pt idx="1500">
                  <c:v>0.40799999999999997</c:v>
                </c:pt>
                <c:pt idx="1501">
                  <c:v>-0.189</c:v>
                </c:pt>
                <c:pt idx="1502">
                  <c:v>-2.3E-2</c:v>
                </c:pt>
                <c:pt idx="1503">
                  <c:v>-0.105</c:v>
                </c:pt>
                <c:pt idx="1504">
                  <c:v>-0.29299999999999998</c:v>
                </c:pt>
                <c:pt idx="1505">
                  <c:v>0.154</c:v>
                </c:pt>
                <c:pt idx="1506">
                  <c:v>-0.23899999999999999</c:v>
                </c:pt>
                <c:pt idx="1507">
                  <c:v>-0.114</c:v>
                </c:pt>
                <c:pt idx="1508">
                  <c:v>4.9000000000000002E-2</c:v>
                </c:pt>
                <c:pt idx="1509">
                  <c:v>-0.13100000000000001</c:v>
                </c:pt>
                <c:pt idx="1510">
                  <c:v>0.154</c:v>
                </c:pt>
                <c:pt idx="1511">
                  <c:v>0.39</c:v>
                </c:pt>
                <c:pt idx="1512">
                  <c:v>8.9999999999999993E-3</c:v>
                </c:pt>
                <c:pt idx="1513">
                  <c:v>-0.29199999999999998</c:v>
                </c:pt>
                <c:pt idx="1514">
                  <c:v>0.36499999999999999</c:v>
                </c:pt>
                <c:pt idx="1515">
                  <c:v>9.7000000000000003E-2</c:v>
                </c:pt>
                <c:pt idx="1516">
                  <c:v>0</c:v>
                </c:pt>
                <c:pt idx="1517">
                  <c:v>0.64</c:v>
                </c:pt>
                <c:pt idx="1518">
                  <c:v>-5.2999999999999999E-2</c:v>
                </c:pt>
                <c:pt idx="1519">
                  <c:v>0.42399999999999999</c:v>
                </c:pt>
                <c:pt idx="1520">
                  <c:v>-0.87</c:v>
                </c:pt>
                <c:pt idx="1521">
                  <c:v>-2.5000000000000001E-2</c:v>
                </c:pt>
                <c:pt idx="1522">
                  <c:v>0.40699999999999997</c:v>
                </c:pt>
                <c:pt idx="1523">
                  <c:v>0.53700000000000003</c:v>
                </c:pt>
                <c:pt idx="1524">
                  <c:v>4.9000000000000002E-2</c:v>
                </c:pt>
                <c:pt idx="1525">
                  <c:v>-3.5000000000000003E-2</c:v>
                </c:pt>
                <c:pt idx="1526">
                  <c:v>6.0999999999999999E-2</c:v>
                </c:pt>
                <c:pt idx="1527">
                  <c:v>-1.155</c:v>
                </c:pt>
                <c:pt idx="1528">
                  <c:v>-1.155</c:v>
                </c:pt>
                <c:pt idx="1529">
                  <c:v>-1.155</c:v>
                </c:pt>
                <c:pt idx="1530">
                  <c:v>0.30499999999999999</c:v>
                </c:pt>
                <c:pt idx="1531">
                  <c:v>-1.155</c:v>
                </c:pt>
                <c:pt idx="1532">
                  <c:v>0.71299999999999997</c:v>
                </c:pt>
                <c:pt idx="1533">
                  <c:v>-0.79900000000000004</c:v>
                </c:pt>
                <c:pt idx="1534">
                  <c:v>-0.01</c:v>
                </c:pt>
                <c:pt idx="1535">
                  <c:v>-0.432</c:v>
                </c:pt>
                <c:pt idx="1536">
                  <c:v>-0.125</c:v>
                </c:pt>
                <c:pt idx="1537">
                  <c:v>-0.111</c:v>
                </c:pt>
                <c:pt idx="1538">
                  <c:v>0.33</c:v>
                </c:pt>
                <c:pt idx="1539">
                  <c:v>-0.39300000000000002</c:v>
                </c:pt>
                <c:pt idx="1540">
                  <c:v>0.24</c:v>
                </c:pt>
                <c:pt idx="1541">
                  <c:v>-6.0000000000000001E-3</c:v>
                </c:pt>
                <c:pt idx="1542">
                  <c:v>-0.26300000000000001</c:v>
                </c:pt>
                <c:pt idx="1543">
                  <c:v>-1.167</c:v>
                </c:pt>
                <c:pt idx="1544">
                  <c:v>0.28299999999999997</c:v>
                </c:pt>
                <c:pt idx="1545">
                  <c:v>0.28100000000000003</c:v>
                </c:pt>
                <c:pt idx="1546">
                  <c:v>0.84299999999999997</c:v>
                </c:pt>
                <c:pt idx="1547">
                  <c:v>-0.14199999999999999</c:v>
                </c:pt>
                <c:pt idx="1548">
                  <c:v>0.17699999999999999</c:v>
                </c:pt>
                <c:pt idx="1549">
                  <c:v>2.5000000000000001E-2</c:v>
                </c:pt>
                <c:pt idx="1550">
                  <c:v>0.39100000000000001</c:v>
                </c:pt>
                <c:pt idx="1551">
                  <c:v>0.74299999999999999</c:v>
                </c:pt>
                <c:pt idx="1552">
                  <c:v>0.60699999999999998</c:v>
                </c:pt>
                <c:pt idx="1553">
                  <c:v>8.2000000000000003E-2</c:v>
                </c:pt>
                <c:pt idx="1554">
                  <c:v>-7.2999999999999995E-2</c:v>
                </c:pt>
                <c:pt idx="1555">
                  <c:v>0.23400000000000001</c:v>
                </c:pt>
                <c:pt idx="1556">
                  <c:v>-0.09</c:v>
                </c:pt>
                <c:pt idx="1557">
                  <c:v>-0.69699999999999995</c:v>
                </c:pt>
                <c:pt idx="1558">
                  <c:v>0.10299999999999999</c:v>
                </c:pt>
                <c:pt idx="1559">
                  <c:v>-0.89300000000000002</c:v>
                </c:pt>
                <c:pt idx="1560">
                  <c:v>0.442</c:v>
                </c:pt>
                <c:pt idx="1561">
                  <c:v>-2.5000000000000001E-2</c:v>
                </c:pt>
                <c:pt idx="1562">
                  <c:v>0.123</c:v>
                </c:pt>
                <c:pt idx="1563">
                  <c:v>0.98899999999999999</c:v>
                </c:pt>
                <c:pt idx="1564">
                  <c:v>0.248</c:v>
                </c:pt>
                <c:pt idx="1565">
                  <c:v>0.1</c:v>
                </c:pt>
                <c:pt idx="1566">
                  <c:v>-0.26300000000000001</c:v>
                </c:pt>
                <c:pt idx="1567">
                  <c:v>-0.46500000000000002</c:v>
                </c:pt>
                <c:pt idx="1568">
                  <c:v>0.45600000000000002</c:v>
                </c:pt>
                <c:pt idx="1569">
                  <c:v>6.5000000000000002E-2</c:v>
                </c:pt>
                <c:pt idx="1570">
                  <c:v>-9.8000000000000004E-2</c:v>
                </c:pt>
                <c:pt idx="1571">
                  <c:v>5.8999999999999997E-2</c:v>
                </c:pt>
                <c:pt idx="1572">
                  <c:v>-0.124</c:v>
                </c:pt>
                <c:pt idx="1573">
                  <c:v>-0.34300000000000003</c:v>
                </c:pt>
                <c:pt idx="1574">
                  <c:v>-0.151</c:v>
                </c:pt>
                <c:pt idx="1575">
                  <c:v>0.9</c:v>
                </c:pt>
                <c:pt idx="1576">
                  <c:v>0.24199999999999999</c:v>
                </c:pt>
                <c:pt idx="1577">
                  <c:v>0.45600000000000002</c:v>
                </c:pt>
                <c:pt idx="1578">
                  <c:v>0.33500000000000002</c:v>
                </c:pt>
                <c:pt idx="1579">
                  <c:v>0.192</c:v>
                </c:pt>
                <c:pt idx="1580">
                  <c:v>-0.66500000000000004</c:v>
                </c:pt>
                <c:pt idx="1581">
                  <c:v>-0.21</c:v>
                </c:pt>
                <c:pt idx="1582">
                  <c:v>-0.46100000000000002</c:v>
                </c:pt>
                <c:pt idx="1583">
                  <c:v>8.5999999999999993E-2</c:v>
                </c:pt>
                <c:pt idx="1584">
                  <c:v>-1.218</c:v>
                </c:pt>
                <c:pt idx="1585">
                  <c:v>-0.23799999999999999</c:v>
                </c:pt>
                <c:pt idx="1586">
                  <c:v>3.4000000000000002E-2</c:v>
                </c:pt>
                <c:pt idx="1587">
                  <c:v>-2E-3</c:v>
                </c:pt>
                <c:pt idx="1588">
                  <c:v>-0.47399999999999998</c:v>
                </c:pt>
                <c:pt idx="1589">
                  <c:v>0.504</c:v>
                </c:pt>
                <c:pt idx="1590">
                  <c:v>0.29599999999999999</c:v>
                </c:pt>
                <c:pt idx="1591">
                  <c:v>-0.36299999999999999</c:v>
                </c:pt>
                <c:pt idx="1592">
                  <c:v>-0.34300000000000003</c:v>
                </c:pt>
                <c:pt idx="1593">
                  <c:v>0.16800000000000001</c:v>
                </c:pt>
                <c:pt idx="1594">
                  <c:v>-0.30199999999999999</c:v>
                </c:pt>
                <c:pt idx="1595">
                  <c:v>0.27100000000000002</c:v>
                </c:pt>
                <c:pt idx="1596">
                  <c:v>0.16800000000000001</c:v>
                </c:pt>
                <c:pt idx="1597">
                  <c:v>-0.73499999999999999</c:v>
                </c:pt>
                <c:pt idx="1598">
                  <c:v>0.151</c:v>
                </c:pt>
                <c:pt idx="1599">
                  <c:v>0.61399999999999999</c:v>
                </c:pt>
                <c:pt idx="1600">
                  <c:v>-4.2999999999999997E-2</c:v>
                </c:pt>
                <c:pt idx="1601">
                  <c:v>0.20899999999999999</c:v>
                </c:pt>
                <c:pt idx="1602">
                  <c:v>-0.18</c:v>
                </c:pt>
                <c:pt idx="1603">
                  <c:v>-0.28899999999999998</c:v>
                </c:pt>
                <c:pt idx="1604">
                  <c:v>0.28199999999999997</c:v>
                </c:pt>
                <c:pt idx="1605">
                  <c:v>2.8000000000000001E-2</c:v>
                </c:pt>
                <c:pt idx="1606">
                  <c:v>0.25</c:v>
                </c:pt>
                <c:pt idx="1607">
                  <c:v>0.104</c:v>
                </c:pt>
                <c:pt idx="1608">
                  <c:v>-0.23799999999999999</c:v>
                </c:pt>
                <c:pt idx="1609">
                  <c:v>0.41899999999999998</c:v>
                </c:pt>
                <c:pt idx="1610">
                  <c:v>0.66900000000000004</c:v>
                </c:pt>
                <c:pt idx="1611">
                  <c:v>0.33900000000000002</c:v>
                </c:pt>
                <c:pt idx="1612">
                  <c:v>-1.4E-2</c:v>
                </c:pt>
                <c:pt idx="1613">
                  <c:v>-0.33100000000000002</c:v>
                </c:pt>
                <c:pt idx="1614">
                  <c:v>-0.9</c:v>
                </c:pt>
                <c:pt idx="1615">
                  <c:v>-9.4E-2</c:v>
                </c:pt>
                <c:pt idx="1616">
                  <c:v>0.39100000000000001</c:v>
                </c:pt>
                <c:pt idx="1617">
                  <c:v>-8.3000000000000004E-2</c:v>
                </c:pt>
                <c:pt idx="1618">
                  <c:v>2.5000000000000001E-2</c:v>
                </c:pt>
                <c:pt idx="1619">
                  <c:v>-0.29699999999999999</c:v>
                </c:pt>
                <c:pt idx="1620">
                  <c:v>0.56299999999999994</c:v>
                </c:pt>
                <c:pt idx="1621">
                  <c:v>0.34200000000000003</c:v>
                </c:pt>
                <c:pt idx="1622">
                  <c:v>-0.155</c:v>
                </c:pt>
                <c:pt idx="1623">
                  <c:v>0.41299999999999998</c:v>
                </c:pt>
                <c:pt idx="1624">
                  <c:v>4.7E-2</c:v>
                </c:pt>
                <c:pt idx="1625">
                  <c:v>-0.112</c:v>
                </c:pt>
                <c:pt idx="1626">
                  <c:v>0.42299999999999999</c:v>
                </c:pt>
                <c:pt idx="1627">
                  <c:v>-7.2999999999999995E-2</c:v>
                </c:pt>
                <c:pt idx="1628">
                  <c:v>1E-3</c:v>
                </c:pt>
                <c:pt idx="1629">
                  <c:v>0.52500000000000002</c:v>
                </c:pt>
                <c:pt idx="1630">
                  <c:v>-0.218</c:v>
                </c:pt>
                <c:pt idx="1631">
                  <c:v>-0.30199999999999999</c:v>
                </c:pt>
                <c:pt idx="1632">
                  <c:v>0.16800000000000001</c:v>
                </c:pt>
                <c:pt idx="1633">
                  <c:v>-1.4E-2</c:v>
                </c:pt>
                <c:pt idx="1634">
                  <c:v>-0.52500000000000002</c:v>
                </c:pt>
                <c:pt idx="1635">
                  <c:v>-0.12</c:v>
                </c:pt>
                <c:pt idx="1636">
                  <c:v>0.16800000000000001</c:v>
                </c:pt>
                <c:pt idx="1637">
                  <c:v>-0.57399999999999995</c:v>
                </c:pt>
                <c:pt idx="1638">
                  <c:v>-0.29299999999999998</c:v>
                </c:pt>
                <c:pt idx="1639">
                  <c:v>-0.36499999999999999</c:v>
                </c:pt>
                <c:pt idx="1640">
                  <c:v>0.47</c:v>
                </c:pt>
                <c:pt idx="1641">
                  <c:v>0.67200000000000004</c:v>
                </c:pt>
                <c:pt idx="1642">
                  <c:v>0.14799999999999999</c:v>
                </c:pt>
                <c:pt idx="1643">
                  <c:v>-0.248</c:v>
                </c:pt>
                <c:pt idx="1644">
                  <c:v>0.27800000000000002</c:v>
                </c:pt>
                <c:pt idx="1645">
                  <c:v>0.23799999999999999</c:v>
                </c:pt>
                <c:pt idx="1646">
                  <c:v>0.54</c:v>
                </c:pt>
                <c:pt idx="1647">
                  <c:v>-0.53700000000000003</c:v>
                </c:pt>
                <c:pt idx="1648">
                  <c:v>6.8000000000000005E-2</c:v>
                </c:pt>
                <c:pt idx="1649">
                  <c:v>0.59599999999999997</c:v>
                </c:pt>
                <c:pt idx="1650">
                  <c:v>0.63300000000000001</c:v>
                </c:pt>
                <c:pt idx="1651">
                  <c:v>0.22700000000000001</c:v>
                </c:pt>
                <c:pt idx="1652">
                  <c:v>-0.16200000000000001</c:v>
                </c:pt>
                <c:pt idx="1653">
                  <c:v>0.17399999999999999</c:v>
                </c:pt>
                <c:pt idx="1654">
                  <c:v>6.9000000000000006E-2</c:v>
                </c:pt>
                <c:pt idx="1655">
                  <c:v>-5.5E-2</c:v>
                </c:pt>
                <c:pt idx="1656">
                  <c:v>0.41899999999999998</c:v>
                </c:pt>
                <c:pt idx="1657">
                  <c:v>-7.5999999999999998E-2</c:v>
                </c:pt>
                <c:pt idx="1658">
                  <c:v>0.185</c:v>
                </c:pt>
                <c:pt idx="1659">
                  <c:v>0.16800000000000001</c:v>
                </c:pt>
                <c:pt idx="1660">
                  <c:v>0.30099999999999999</c:v>
                </c:pt>
                <c:pt idx="1661">
                  <c:v>7.2999999999999995E-2</c:v>
                </c:pt>
                <c:pt idx="1662">
                  <c:v>-2.3E-2</c:v>
                </c:pt>
                <c:pt idx="1663">
                  <c:v>0.39100000000000001</c:v>
                </c:pt>
                <c:pt idx="1664">
                  <c:v>-0.84399999999999997</c:v>
                </c:pt>
                <c:pt idx="1665">
                  <c:v>-0.52500000000000002</c:v>
                </c:pt>
                <c:pt idx="1666">
                  <c:v>0.13900000000000001</c:v>
                </c:pt>
                <c:pt idx="1667">
                  <c:v>0.59899999999999998</c:v>
                </c:pt>
                <c:pt idx="1668">
                  <c:v>0.48199999999999998</c:v>
                </c:pt>
                <c:pt idx="1669">
                  <c:v>-5.0999999999999997E-2</c:v>
                </c:pt>
                <c:pt idx="1670">
                  <c:v>2.4E-2</c:v>
                </c:pt>
                <c:pt idx="1671">
                  <c:v>6.9000000000000006E-2</c:v>
                </c:pt>
                <c:pt idx="1672">
                  <c:v>1.4E-2</c:v>
                </c:pt>
                <c:pt idx="1673">
                  <c:v>0.51900000000000002</c:v>
                </c:pt>
                <c:pt idx="1674">
                  <c:v>-0.32</c:v>
                </c:pt>
                <c:pt idx="1675">
                  <c:v>0.248</c:v>
                </c:pt>
                <c:pt idx="1676">
                  <c:v>0.54900000000000004</c:v>
                </c:pt>
                <c:pt idx="1677">
                  <c:v>0.33200000000000002</c:v>
                </c:pt>
                <c:pt idx="1678">
                  <c:v>0.248</c:v>
                </c:pt>
                <c:pt idx="1679">
                  <c:v>6.7000000000000004E-2</c:v>
                </c:pt>
                <c:pt idx="1680">
                  <c:v>6.3E-2</c:v>
                </c:pt>
                <c:pt idx="1681">
                  <c:v>-7.0000000000000007E-2</c:v>
                </c:pt>
                <c:pt idx="1682">
                  <c:v>8.1000000000000003E-2</c:v>
                </c:pt>
                <c:pt idx="1683">
                  <c:v>0.51100000000000001</c:v>
                </c:pt>
                <c:pt idx="1684">
                  <c:v>0.27300000000000002</c:v>
                </c:pt>
                <c:pt idx="1685">
                  <c:v>-6.8000000000000005E-2</c:v>
                </c:pt>
                <c:pt idx="1686">
                  <c:v>-0.01</c:v>
                </c:pt>
                <c:pt idx="1687">
                  <c:v>0.375</c:v>
                </c:pt>
                <c:pt idx="1688">
                  <c:v>-0.63100000000000001</c:v>
                </c:pt>
                <c:pt idx="1689">
                  <c:v>0.30099999999999999</c:v>
                </c:pt>
                <c:pt idx="1690">
                  <c:v>-0.438</c:v>
                </c:pt>
                <c:pt idx="1691">
                  <c:v>-0.158</c:v>
                </c:pt>
                <c:pt idx="1692">
                  <c:v>8.1000000000000003E-2</c:v>
                </c:pt>
                <c:pt idx="1693">
                  <c:v>5.7000000000000002E-2</c:v>
                </c:pt>
                <c:pt idx="1694">
                  <c:v>-0.93100000000000005</c:v>
                </c:pt>
                <c:pt idx="1695">
                  <c:v>-0.3</c:v>
                </c:pt>
                <c:pt idx="1696">
                  <c:v>0.39400000000000002</c:v>
                </c:pt>
                <c:pt idx="1697">
                  <c:v>9.4E-2</c:v>
                </c:pt>
                <c:pt idx="1698">
                  <c:v>-0.12</c:v>
                </c:pt>
                <c:pt idx="1699">
                  <c:v>-1.3360000000000001</c:v>
                </c:pt>
                <c:pt idx="1700">
                  <c:v>-0.28399999999999997</c:v>
                </c:pt>
                <c:pt idx="1701">
                  <c:v>0.16800000000000001</c:v>
                </c:pt>
                <c:pt idx="1702">
                  <c:v>-0.35199999999999998</c:v>
                </c:pt>
                <c:pt idx="1703">
                  <c:v>-0.26</c:v>
                </c:pt>
                <c:pt idx="1704">
                  <c:v>0.16800000000000001</c:v>
                </c:pt>
                <c:pt idx="1705">
                  <c:v>-0.28899999999999998</c:v>
                </c:pt>
                <c:pt idx="1706">
                  <c:v>4.4999999999999998E-2</c:v>
                </c:pt>
                <c:pt idx="1707">
                  <c:v>0.13400000000000001</c:v>
                </c:pt>
                <c:pt idx="1708">
                  <c:v>0.33200000000000002</c:v>
                </c:pt>
                <c:pt idx="1709">
                  <c:v>-0.17399999999999999</c:v>
                </c:pt>
                <c:pt idx="1710">
                  <c:v>7.5999999999999998E-2</c:v>
                </c:pt>
                <c:pt idx="1711">
                  <c:v>0.57299999999999995</c:v>
                </c:pt>
                <c:pt idx="1712">
                  <c:v>0.35899999999999999</c:v>
                </c:pt>
                <c:pt idx="1713">
                  <c:v>0.32200000000000001</c:v>
                </c:pt>
                <c:pt idx="1714">
                  <c:v>0.18</c:v>
                </c:pt>
                <c:pt idx="1715">
                  <c:v>0.16800000000000001</c:v>
                </c:pt>
                <c:pt idx="1716">
                  <c:v>0.21299999999999999</c:v>
                </c:pt>
                <c:pt idx="1717">
                  <c:v>0.14099999999999999</c:v>
                </c:pt>
                <c:pt idx="1718">
                  <c:v>0.32700000000000001</c:v>
                </c:pt>
                <c:pt idx="1719">
                  <c:v>-0.60499999999999998</c:v>
                </c:pt>
                <c:pt idx="1720">
                  <c:v>0.32700000000000001</c:v>
                </c:pt>
                <c:pt idx="1721">
                  <c:v>0.16800000000000001</c:v>
                </c:pt>
                <c:pt idx="1722">
                  <c:v>7.4999999999999997E-2</c:v>
                </c:pt>
                <c:pt idx="1723">
                  <c:v>0.28199999999999997</c:v>
                </c:pt>
                <c:pt idx="1724">
                  <c:v>0.52300000000000002</c:v>
                </c:pt>
                <c:pt idx="1725">
                  <c:v>-0.65900000000000003</c:v>
                </c:pt>
                <c:pt idx="1726">
                  <c:v>0.185</c:v>
                </c:pt>
                <c:pt idx="1727">
                  <c:v>-0.17799999999999999</c:v>
                </c:pt>
                <c:pt idx="1728">
                  <c:v>-0.4</c:v>
                </c:pt>
                <c:pt idx="1729">
                  <c:v>0.55400000000000005</c:v>
                </c:pt>
                <c:pt idx="1730">
                  <c:v>0.19700000000000001</c:v>
                </c:pt>
                <c:pt idx="1731">
                  <c:v>0.86099999999999999</c:v>
                </c:pt>
                <c:pt idx="1732">
                  <c:v>0.22600000000000001</c:v>
                </c:pt>
                <c:pt idx="1733">
                  <c:v>0.70299999999999996</c:v>
                </c:pt>
                <c:pt idx="1734">
                  <c:v>-0.19500000000000001</c:v>
                </c:pt>
                <c:pt idx="1735">
                  <c:v>-0.13200000000000001</c:v>
                </c:pt>
                <c:pt idx="1736">
                  <c:v>-0.12</c:v>
                </c:pt>
                <c:pt idx="1737">
                  <c:v>-0.52500000000000002</c:v>
                </c:pt>
                <c:pt idx="1738">
                  <c:v>0.308</c:v>
                </c:pt>
                <c:pt idx="1739">
                  <c:v>-0.23799999999999999</c:v>
                </c:pt>
                <c:pt idx="1740">
                  <c:v>-0.61499999999999999</c:v>
                </c:pt>
                <c:pt idx="1741">
                  <c:v>0.129</c:v>
                </c:pt>
                <c:pt idx="1742">
                  <c:v>-0.16900000000000001</c:v>
                </c:pt>
                <c:pt idx="1743">
                  <c:v>-5.5E-2</c:v>
                </c:pt>
                <c:pt idx="1744">
                  <c:v>3.3000000000000002E-2</c:v>
                </c:pt>
                <c:pt idx="1745">
                  <c:v>-1.2789999999999999</c:v>
                </c:pt>
                <c:pt idx="1746">
                  <c:v>-0.56999999999999995</c:v>
                </c:pt>
                <c:pt idx="1747">
                  <c:v>-1.4E-2</c:v>
                </c:pt>
                <c:pt idx="1748">
                  <c:v>-0.52500000000000002</c:v>
                </c:pt>
                <c:pt idx="1749">
                  <c:v>0.27300000000000002</c:v>
                </c:pt>
                <c:pt idx="1750">
                  <c:v>-0.16700000000000001</c:v>
                </c:pt>
                <c:pt idx="1751">
                  <c:v>-0.318</c:v>
                </c:pt>
                <c:pt idx="1752">
                  <c:v>-0.58599999999999997</c:v>
                </c:pt>
                <c:pt idx="1753">
                  <c:v>0.121</c:v>
                </c:pt>
                <c:pt idx="1754">
                  <c:v>0.51600000000000001</c:v>
                </c:pt>
                <c:pt idx="1755">
                  <c:v>-0.70799999999999996</c:v>
                </c:pt>
                <c:pt idx="1756">
                  <c:v>0.16800000000000001</c:v>
                </c:pt>
                <c:pt idx="1757">
                  <c:v>0.182</c:v>
                </c:pt>
                <c:pt idx="1758">
                  <c:v>0.67900000000000005</c:v>
                </c:pt>
                <c:pt idx="1759">
                  <c:v>-4.2999999999999997E-2</c:v>
                </c:pt>
                <c:pt idx="1760">
                  <c:v>-0.42</c:v>
                </c:pt>
                <c:pt idx="1761">
                  <c:v>-0.495</c:v>
                </c:pt>
                <c:pt idx="1762">
                  <c:v>3.4000000000000002E-2</c:v>
                </c:pt>
                <c:pt idx="1763">
                  <c:v>-0.35799999999999998</c:v>
                </c:pt>
                <c:pt idx="1764">
                  <c:v>0.255</c:v>
                </c:pt>
                <c:pt idx="1765">
                  <c:v>-1.018</c:v>
                </c:pt>
                <c:pt idx="1766">
                  <c:v>-0.153</c:v>
                </c:pt>
                <c:pt idx="1767">
                  <c:v>-8.6999999999999994E-2</c:v>
                </c:pt>
                <c:pt idx="1768">
                  <c:v>-9.1999999999999998E-2</c:v>
                </c:pt>
                <c:pt idx="1769">
                  <c:v>-0.65900000000000003</c:v>
                </c:pt>
                <c:pt idx="1770">
                  <c:v>-0.255</c:v>
                </c:pt>
                <c:pt idx="1771">
                  <c:v>-0.47699999999999998</c:v>
                </c:pt>
                <c:pt idx="1772">
                  <c:v>-0.78300000000000003</c:v>
                </c:pt>
                <c:pt idx="1773">
                  <c:v>0.16800000000000001</c:v>
                </c:pt>
                <c:pt idx="1774">
                  <c:v>-0.47399999999999998</c:v>
                </c:pt>
                <c:pt idx="1775">
                  <c:v>-0.24299999999999999</c:v>
                </c:pt>
                <c:pt idx="1776">
                  <c:v>-0.72599999999999998</c:v>
                </c:pt>
                <c:pt idx="1777">
                  <c:v>0.28599999999999998</c:v>
                </c:pt>
                <c:pt idx="1778">
                  <c:v>0.94099999999999995</c:v>
                </c:pt>
                <c:pt idx="1779">
                  <c:v>-0.26400000000000001</c:v>
                </c:pt>
                <c:pt idx="1780">
                  <c:v>1.4E-2</c:v>
                </c:pt>
                <c:pt idx="1781">
                  <c:v>-7.6999999999999999E-2</c:v>
                </c:pt>
                <c:pt idx="1782">
                  <c:v>0.49099999999999999</c:v>
                </c:pt>
                <c:pt idx="1783">
                  <c:v>0.24199999999999999</c:v>
                </c:pt>
                <c:pt idx="1784">
                  <c:v>0.26300000000000001</c:v>
                </c:pt>
                <c:pt idx="1785">
                  <c:v>0.76300000000000001</c:v>
                </c:pt>
                <c:pt idx="1786">
                  <c:v>-0.995</c:v>
                </c:pt>
                <c:pt idx="1787">
                  <c:v>-0.97199999999999998</c:v>
                </c:pt>
                <c:pt idx="1788">
                  <c:v>-9.8000000000000004E-2</c:v>
                </c:pt>
                <c:pt idx="1789">
                  <c:v>-6.2E-2</c:v>
                </c:pt>
                <c:pt idx="1790">
                  <c:v>0.60299999999999998</c:v>
                </c:pt>
                <c:pt idx="1791">
                  <c:v>9.1999999999999998E-2</c:v>
                </c:pt>
                <c:pt idx="1792">
                  <c:v>0.40400000000000003</c:v>
                </c:pt>
                <c:pt idx="1793">
                  <c:v>0.30099999999999999</c:v>
                </c:pt>
                <c:pt idx="1794">
                  <c:v>0.16800000000000001</c:v>
                </c:pt>
                <c:pt idx="1795">
                  <c:v>-0.46100000000000002</c:v>
                </c:pt>
                <c:pt idx="1796">
                  <c:v>-8.0000000000000002E-3</c:v>
                </c:pt>
                <c:pt idx="1797">
                  <c:v>0.22500000000000001</c:v>
                </c:pt>
                <c:pt idx="1798">
                  <c:v>0.114</c:v>
                </c:pt>
                <c:pt idx="1799">
                  <c:v>0.224</c:v>
                </c:pt>
                <c:pt idx="1800">
                  <c:v>0.29899999999999999</c:v>
                </c:pt>
                <c:pt idx="1801">
                  <c:v>0.25800000000000001</c:v>
                </c:pt>
                <c:pt idx="1802">
                  <c:v>0.223</c:v>
                </c:pt>
                <c:pt idx="1803">
                  <c:v>9.6000000000000002E-2</c:v>
                </c:pt>
                <c:pt idx="1804">
                  <c:v>0.501</c:v>
                </c:pt>
                <c:pt idx="1805">
                  <c:v>2.5000000000000001E-2</c:v>
                </c:pt>
                <c:pt idx="1806">
                  <c:v>-0.30199999999999999</c:v>
                </c:pt>
                <c:pt idx="1807">
                  <c:v>0.20200000000000001</c:v>
                </c:pt>
                <c:pt idx="1808">
                  <c:v>0.36199999999999999</c:v>
                </c:pt>
                <c:pt idx="1809">
                  <c:v>1E-3</c:v>
                </c:pt>
                <c:pt idx="1810">
                  <c:v>-0.22</c:v>
                </c:pt>
                <c:pt idx="1811">
                  <c:v>0.30599999999999999</c:v>
                </c:pt>
                <c:pt idx="1812">
                  <c:v>-3.3000000000000002E-2</c:v>
                </c:pt>
                <c:pt idx="1813">
                  <c:v>-0.23799999999999999</c:v>
                </c:pt>
                <c:pt idx="1814">
                  <c:v>-0.19800000000000001</c:v>
                </c:pt>
                <c:pt idx="1815">
                  <c:v>0.33</c:v>
                </c:pt>
                <c:pt idx="1816">
                  <c:v>-0.318</c:v>
                </c:pt>
                <c:pt idx="1817">
                  <c:v>-0.70799999999999996</c:v>
                </c:pt>
                <c:pt idx="1818">
                  <c:v>-0.02</c:v>
                </c:pt>
                <c:pt idx="1819">
                  <c:v>0.39100000000000001</c:v>
                </c:pt>
                <c:pt idx="1820">
                  <c:v>-5.5E-2</c:v>
                </c:pt>
                <c:pt idx="1821">
                  <c:v>-0.748</c:v>
                </c:pt>
                <c:pt idx="1822">
                  <c:v>-0.248</c:v>
                </c:pt>
                <c:pt idx="1823">
                  <c:v>-0.60499999999999998</c:v>
                </c:pt>
                <c:pt idx="1824">
                  <c:v>0.33500000000000002</c:v>
                </c:pt>
                <c:pt idx="1825">
                  <c:v>-0.438</c:v>
                </c:pt>
                <c:pt idx="1826">
                  <c:v>0.19900000000000001</c:v>
                </c:pt>
                <c:pt idx="1827">
                  <c:v>-0.28399999999999997</c:v>
                </c:pt>
                <c:pt idx="1828">
                  <c:v>0.248</c:v>
                </c:pt>
                <c:pt idx="1829">
                  <c:v>0.41899999999999998</c:v>
                </c:pt>
                <c:pt idx="1830">
                  <c:v>0.27900000000000003</c:v>
                </c:pt>
                <c:pt idx="1831">
                  <c:v>-0.52500000000000002</c:v>
                </c:pt>
                <c:pt idx="1832">
                  <c:v>0.84</c:v>
                </c:pt>
                <c:pt idx="1833">
                  <c:v>-9.4E-2</c:v>
                </c:pt>
                <c:pt idx="1834">
                  <c:v>-0.42</c:v>
                </c:pt>
                <c:pt idx="1835">
                  <c:v>-0.748</c:v>
                </c:pt>
                <c:pt idx="1836">
                  <c:v>0.27200000000000002</c:v>
                </c:pt>
                <c:pt idx="1837">
                  <c:v>-3.0000000000000001E-3</c:v>
                </c:pt>
                <c:pt idx="1838">
                  <c:v>0.35499999999999998</c:v>
                </c:pt>
                <c:pt idx="1839">
                  <c:v>-0.36799999999999999</c:v>
                </c:pt>
                <c:pt idx="1840">
                  <c:v>0.11700000000000001</c:v>
                </c:pt>
                <c:pt idx="1841">
                  <c:v>0.32600000000000001</c:v>
                </c:pt>
                <c:pt idx="1842">
                  <c:v>-1.022</c:v>
                </c:pt>
                <c:pt idx="1843">
                  <c:v>-0.32900000000000001</c:v>
                </c:pt>
                <c:pt idx="1844">
                  <c:v>-1.022</c:v>
                </c:pt>
                <c:pt idx="1845">
                  <c:v>0.46700000000000003</c:v>
                </c:pt>
                <c:pt idx="1846">
                  <c:v>0.26200000000000001</c:v>
                </c:pt>
                <c:pt idx="1847">
                  <c:v>0.90500000000000003</c:v>
                </c:pt>
                <c:pt idx="1848">
                  <c:v>0.29199999999999998</c:v>
                </c:pt>
                <c:pt idx="1849">
                  <c:v>0.67200000000000004</c:v>
                </c:pt>
                <c:pt idx="1850">
                  <c:v>-0.51200000000000001</c:v>
                </c:pt>
                <c:pt idx="1851">
                  <c:v>8.7999999999999995E-2</c:v>
                </c:pt>
                <c:pt idx="1852">
                  <c:v>0.29899999999999999</c:v>
                </c:pt>
                <c:pt idx="1853">
                  <c:v>0.33600000000000002</c:v>
                </c:pt>
                <c:pt idx="1854">
                  <c:v>0.24099999999999999</c:v>
                </c:pt>
                <c:pt idx="1855">
                  <c:v>-0.106</c:v>
                </c:pt>
                <c:pt idx="1856">
                  <c:v>-0.79900000000000004</c:v>
                </c:pt>
                <c:pt idx="1857">
                  <c:v>0.24199999999999999</c:v>
                </c:pt>
                <c:pt idx="1858">
                  <c:v>0.13900000000000001</c:v>
                </c:pt>
                <c:pt idx="1859">
                  <c:v>0.29899999999999999</c:v>
                </c:pt>
                <c:pt idx="1860">
                  <c:v>-0.42499999999999999</c:v>
                </c:pt>
                <c:pt idx="1861">
                  <c:v>0.51300000000000001</c:v>
                </c:pt>
                <c:pt idx="1862">
                  <c:v>0.39</c:v>
                </c:pt>
                <c:pt idx="1863">
                  <c:v>0.628</c:v>
                </c:pt>
                <c:pt idx="1864">
                  <c:v>0.25900000000000001</c:v>
                </c:pt>
                <c:pt idx="1865">
                  <c:v>0.84599999999999997</c:v>
                </c:pt>
                <c:pt idx="1866">
                  <c:v>0.27800000000000002</c:v>
                </c:pt>
                <c:pt idx="1867">
                  <c:v>0.10199999999999999</c:v>
                </c:pt>
                <c:pt idx="1868">
                  <c:v>0.67200000000000004</c:v>
                </c:pt>
                <c:pt idx="1869">
                  <c:v>-0.64500000000000002</c:v>
                </c:pt>
                <c:pt idx="1870">
                  <c:v>-0.57599999999999996</c:v>
                </c:pt>
                <c:pt idx="1871">
                  <c:v>-0.71199999999999997</c:v>
                </c:pt>
                <c:pt idx="1872">
                  <c:v>-0.09</c:v>
                </c:pt>
                <c:pt idx="1873">
                  <c:v>-0.443</c:v>
                </c:pt>
                <c:pt idx="1874">
                  <c:v>-0.28799999999999998</c:v>
                </c:pt>
                <c:pt idx="1875">
                  <c:v>0.375</c:v>
                </c:pt>
                <c:pt idx="1876">
                  <c:v>-1.4410000000000001</c:v>
                </c:pt>
                <c:pt idx="1877">
                  <c:v>-0.16700000000000001</c:v>
                </c:pt>
                <c:pt idx="1878">
                  <c:v>-0.106</c:v>
                </c:pt>
                <c:pt idx="1879">
                  <c:v>-0.32900000000000001</c:v>
                </c:pt>
                <c:pt idx="1880">
                  <c:v>0.23899999999999999</c:v>
                </c:pt>
                <c:pt idx="1881">
                  <c:v>7.1999999999999995E-2</c:v>
                </c:pt>
                <c:pt idx="1882">
                  <c:v>-0.317</c:v>
                </c:pt>
                <c:pt idx="1883">
                  <c:v>0.52100000000000002</c:v>
                </c:pt>
                <c:pt idx="1884">
                  <c:v>0.74</c:v>
                </c:pt>
                <c:pt idx="1885">
                  <c:v>0.1</c:v>
                </c:pt>
                <c:pt idx="1886">
                  <c:v>0.45400000000000001</c:v>
                </c:pt>
                <c:pt idx="1887">
                  <c:v>0.48199999999999998</c:v>
                </c:pt>
                <c:pt idx="1888">
                  <c:v>0.40500000000000003</c:v>
                </c:pt>
                <c:pt idx="1889">
                  <c:v>1.2E-2</c:v>
                </c:pt>
                <c:pt idx="1890">
                  <c:v>0.11700000000000001</c:v>
                </c:pt>
                <c:pt idx="1891">
                  <c:v>0.15</c:v>
                </c:pt>
                <c:pt idx="1892">
                  <c:v>1.9E-2</c:v>
                </c:pt>
                <c:pt idx="1893">
                  <c:v>0.27</c:v>
                </c:pt>
                <c:pt idx="1894">
                  <c:v>0.63600000000000001</c:v>
                </c:pt>
                <c:pt idx="1895">
                  <c:v>0.10100000000000001</c:v>
                </c:pt>
                <c:pt idx="1896">
                  <c:v>-0.13800000000000001</c:v>
                </c:pt>
                <c:pt idx="1897">
                  <c:v>0.222</c:v>
                </c:pt>
                <c:pt idx="1898">
                  <c:v>0.38500000000000001</c:v>
                </c:pt>
                <c:pt idx="1899">
                  <c:v>-0.61699999999999999</c:v>
                </c:pt>
                <c:pt idx="1900">
                  <c:v>-0.106</c:v>
                </c:pt>
                <c:pt idx="1901">
                  <c:v>0.251</c:v>
                </c:pt>
                <c:pt idx="1902">
                  <c:v>-0.17499999999999999</c:v>
                </c:pt>
                <c:pt idx="1903">
                  <c:v>-0.51200000000000001</c:v>
                </c:pt>
                <c:pt idx="1904">
                  <c:v>-1.2050000000000001</c:v>
                </c:pt>
                <c:pt idx="1905">
                  <c:v>-1.179</c:v>
                </c:pt>
                <c:pt idx="1906">
                  <c:v>2.7E-2</c:v>
                </c:pt>
                <c:pt idx="1907">
                  <c:v>-0.26</c:v>
                </c:pt>
                <c:pt idx="1908">
                  <c:v>-1.1180000000000001</c:v>
                </c:pt>
                <c:pt idx="1909">
                  <c:v>0.75900000000000001</c:v>
                </c:pt>
                <c:pt idx="1910">
                  <c:v>-0.74199999999999999</c:v>
                </c:pt>
                <c:pt idx="1911">
                  <c:v>0.39</c:v>
                </c:pt>
                <c:pt idx="1912">
                  <c:v>-0.51200000000000001</c:v>
                </c:pt>
                <c:pt idx="1913">
                  <c:v>0.34599999999999997</c:v>
                </c:pt>
                <c:pt idx="1914">
                  <c:v>-0.106</c:v>
                </c:pt>
                <c:pt idx="1915">
                  <c:v>-0.307</c:v>
                </c:pt>
                <c:pt idx="1916">
                  <c:v>-0.23400000000000001</c:v>
                </c:pt>
                <c:pt idx="1917">
                  <c:v>-0.71199999999999997</c:v>
                </c:pt>
                <c:pt idx="1918">
                  <c:v>-0.106</c:v>
                </c:pt>
                <c:pt idx="1919">
                  <c:v>-0.106</c:v>
                </c:pt>
                <c:pt idx="1920">
                  <c:v>0.29899999999999999</c:v>
                </c:pt>
                <c:pt idx="1921">
                  <c:v>0.28399999999999997</c:v>
                </c:pt>
                <c:pt idx="1922">
                  <c:v>-2.1000000000000001E-2</c:v>
                </c:pt>
                <c:pt idx="1923">
                  <c:v>0.39600000000000002</c:v>
                </c:pt>
                <c:pt idx="1924">
                  <c:v>8.5999999999999993E-2</c:v>
                </c:pt>
                <c:pt idx="1925">
                  <c:v>0.83699999999999997</c:v>
                </c:pt>
                <c:pt idx="1926">
                  <c:v>-0.16700000000000001</c:v>
                </c:pt>
                <c:pt idx="1927">
                  <c:v>0.80300000000000005</c:v>
                </c:pt>
                <c:pt idx="1928">
                  <c:v>0.86299999999999999</c:v>
                </c:pt>
                <c:pt idx="1929">
                  <c:v>0.20100000000000001</c:v>
                </c:pt>
                <c:pt idx="1930">
                  <c:v>0.54600000000000004</c:v>
                </c:pt>
                <c:pt idx="1931">
                  <c:v>0.36099999999999999</c:v>
                </c:pt>
                <c:pt idx="1932">
                  <c:v>0.46</c:v>
                </c:pt>
                <c:pt idx="1933">
                  <c:v>0.46400000000000002</c:v>
                </c:pt>
                <c:pt idx="1934">
                  <c:v>0.27700000000000002</c:v>
                </c:pt>
                <c:pt idx="1935">
                  <c:v>0.51</c:v>
                </c:pt>
                <c:pt idx="1936">
                  <c:v>0.42899999999999999</c:v>
                </c:pt>
                <c:pt idx="1937">
                  <c:v>0.70799999999999996</c:v>
                </c:pt>
                <c:pt idx="1938">
                  <c:v>0.54900000000000004</c:v>
                </c:pt>
                <c:pt idx="1939">
                  <c:v>8.7999999999999995E-2</c:v>
                </c:pt>
                <c:pt idx="1940">
                  <c:v>-1.4E-2</c:v>
                </c:pt>
                <c:pt idx="1941">
                  <c:v>-0.61699999999999999</c:v>
                </c:pt>
                <c:pt idx="1942">
                  <c:v>-0.24</c:v>
                </c:pt>
                <c:pt idx="1943">
                  <c:v>-5.1999999999999998E-2</c:v>
                </c:pt>
                <c:pt idx="1944">
                  <c:v>-0.32900000000000001</c:v>
                </c:pt>
                <c:pt idx="1945">
                  <c:v>-1.2050000000000001</c:v>
                </c:pt>
                <c:pt idx="1946">
                  <c:v>-0.443</c:v>
                </c:pt>
                <c:pt idx="1947">
                  <c:v>-0.79900000000000004</c:v>
                </c:pt>
                <c:pt idx="1948">
                  <c:v>-0.16300000000000001</c:v>
                </c:pt>
                <c:pt idx="1949">
                  <c:v>-0.106</c:v>
                </c:pt>
                <c:pt idx="1950">
                  <c:v>3.2000000000000001E-2</c:v>
                </c:pt>
                <c:pt idx="1951">
                  <c:v>-0.27800000000000002</c:v>
                </c:pt>
                <c:pt idx="1952">
                  <c:v>0.182</c:v>
                </c:pt>
                <c:pt idx="1953">
                  <c:v>-0.69399999999999995</c:v>
                </c:pt>
                <c:pt idx="1954">
                  <c:v>0.40500000000000003</c:v>
                </c:pt>
                <c:pt idx="1955">
                  <c:v>-0.312</c:v>
                </c:pt>
                <c:pt idx="1956">
                  <c:v>0.14499999999999999</c:v>
                </c:pt>
                <c:pt idx="1957">
                  <c:v>-0.186</c:v>
                </c:pt>
                <c:pt idx="1958">
                  <c:v>0.34599999999999997</c:v>
                </c:pt>
                <c:pt idx="1959">
                  <c:v>-0.113</c:v>
                </c:pt>
                <c:pt idx="1960">
                  <c:v>0.377</c:v>
                </c:pt>
                <c:pt idx="1961">
                  <c:v>-0.20899999999999999</c:v>
                </c:pt>
                <c:pt idx="1962">
                  <c:v>0.61899999999999999</c:v>
                </c:pt>
                <c:pt idx="1963">
                  <c:v>-5.5E-2</c:v>
                </c:pt>
                <c:pt idx="1964">
                  <c:v>0.20599999999999999</c:v>
                </c:pt>
                <c:pt idx="1965">
                  <c:v>-0.11600000000000001</c:v>
                </c:pt>
                <c:pt idx="1966">
                  <c:v>-0.4</c:v>
                </c:pt>
                <c:pt idx="1967">
                  <c:v>-0.22900000000000001</c:v>
                </c:pt>
                <c:pt idx="1968">
                  <c:v>-0.32</c:v>
                </c:pt>
                <c:pt idx="1969">
                  <c:v>-4.8000000000000001E-2</c:v>
                </c:pt>
                <c:pt idx="1970">
                  <c:v>-0.41099999999999998</c:v>
                </c:pt>
                <c:pt idx="1971">
                  <c:v>0.23</c:v>
                </c:pt>
                <c:pt idx="1972">
                  <c:v>8.5000000000000006E-2</c:v>
                </c:pt>
                <c:pt idx="1973">
                  <c:v>0.56699999999999995</c:v>
                </c:pt>
                <c:pt idx="1974">
                  <c:v>-8.0000000000000002E-3</c:v>
                </c:pt>
                <c:pt idx="1975">
                  <c:v>0.52</c:v>
                </c:pt>
                <c:pt idx="1976">
                  <c:v>5.8000000000000003E-2</c:v>
                </c:pt>
                <c:pt idx="1977">
                  <c:v>0.08</c:v>
                </c:pt>
                <c:pt idx="1978">
                  <c:v>-8.4000000000000005E-2</c:v>
                </c:pt>
                <c:pt idx="1979">
                  <c:v>-0.60799999999999998</c:v>
                </c:pt>
                <c:pt idx="1980">
                  <c:v>8.5000000000000006E-2</c:v>
                </c:pt>
                <c:pt idx="1981">
                  <c:v>6.9000000000000006E-2</c:v>
                </c:pt>
                <c:pt idx="1982">
                  <c:v>-0.29299999999999998</c:v>
                </c:pt>
                <c:pt idx="1983">
                  <c:v>3.5999999999999997E-2</c:v>
                </c:pt>
                <c:pt idx="1984">
                  <c:v>0.47299999999999998</c:v>
                </c:pt>
                <c:pt idx="1985">
                  <c:v>-0.38100000000000001</c:v>
                </c:pt>
                <c:pt idx="1986">
                  <c:v>0.16900000000000001</c:v>
                </c:pt>
                <c:pt idx="1987">
                  <c:v>-0.03</c:v>
                </c:pt>
                <c:pt idx="1988">
                  <c:v>0.437</c:v>
                </c:pt>
                <c:pt idx="1989">
                  <c:v>0.14599999999999999</c:v>
                </c:pt>
                <c:pt idx="1990">
                  <c:v>-0.55700000000000005</c:v>
                </c:pt>
                <c:pt idx="1991">
                  <c:v>-0.30099999999999999</c:v>
                </c:pt>
                <c:pt idx="1992">
                  <c:v>-0.58799999999999997</c:v>
                </c:pt>
                <c:pt idx="1993">
                  <c:v>6.2E-2</c:v>
                </c:pt>
                <c:pt idx="1994">
                  <c:v>0.21</c:v>
                </c:pt>
                <c:pt idx="1995">
                  <c:v>0.14599999999999999</c:v>
                </c:pt>
                <c:pt idx="1996">
                  <c:v>0.105</c:v>
                </c:pt>
                <c:pt idx="1997">
                  <c:v>0.14099999999999999</c:v>
                </c:pt>
                <c:pt idx="1998">
                  <c:v>0.49199999999999999</c:v>
                </c:pt>
                <c:pt idx="1999">
                  <c:v>0.56899999999999995</c:v>
                </c:pt>
                <c:pt idx="2000">
                  <c:v>0.248</c:v>
                </c:pt>
                <c:pt idx="2001">
                  <c:v>-6.4000000000000001E-2</c:v>
                </c:pt>
                <c:pt idx="2002">
                  <c:v>-0.38100000000000001</c:v>
                </c:pt>
                <c:pt idx="2003">
                  <c:v>-0.10299999999999999</c:v>
                </c:pt>
                <c:pt idx="2004">
                  <c:v>6.5000000000000002E-2</c:v>
                </c:pt>
                <c:pt idx="2005">
                  <c:v>0.14499999999999999</c:v>
                </c:pt>
                <c:pt idx="2006">
                  <c:v>0.58699999999999997</c:v>
                </c:pt>
                <c:pt idx="2007">
                  <c:v>-0.36499999999999999</c:v>
                </c:pt>
                <c:pt idx="2008">
                  <c:v>-0.249</c:v>
                </c:pt>
                <c:pt idx="2009">
                  <c:v>0.16900000000000001</c:v>
                </c:pt>
                <c:pt idx="2010">
                  <c:v>-0.105</c:v>
                </c:pt>
                <c:pt idx="2011">
                  <c:v>-4.9000000000000002E-2</c:v>
                </c:pt>
                <c:pt idx="2012">
                  <c:v>-0.81399999999999995</c:v>
                </c:pt>
                <c:pt idx="2013">
                  <c:v>-0.17399999999999999</c:v>
                </c:pt>
                <c:pt idx="2014">
                  <c:v>-0.30099999999999999</c:v>
                </c:pt>
                <c:pt idx="2015">
                  <c:v>-7.3999999999999996E-2</c:v>
                </c:pt>
                <c:pt idx="2016">
                  <c:v>-0.126</c:v>
                </c:pt>
                <c:pt idx="2017">
                  <c:v>-0.876</c:v>
                </c:pt>
                <c:pt idx="2018">
                  <c:v>0.67300000000000004</c:v>
                </c:pt>
                <c:pt idx="2019">
                  <c:v>-7.6999999999999999E-2</c:v>
                </c:pt>
                <c:pt idx="2020">
                  <c:v>3.5999999999999997E-2</c:v>
                </c:pt>
                <c:pt idx="2021">
                  <c:v>0.58699999999999997</c:v>
                </c:pt>
                <c:pt idx="2022">
                  <c:v>-0.159</c:v>
                </c:pt>
                <c:pt idx="2023">
                  <c:v>0.193</c:v>
                </c:pt>
                <c:pt idx="2024">
                  <c:v>0.17499999999999999</c:v>
                </c:pt>
                <c:pt idx="2025">
                  <c:v>-0.13200000000000001</c:v>
                </c:pt>
                <c:pt idx="2026">
                  <c:v>-0.35199999999999998</c:v>
                </c:pt>
                <c:pt idx="2027">
                  <c:v>0.39300000000000002</c:v>
                </c:pt>
                <c:pt idx="2028">
                  <c:v>-0.11899999999999999</c:v>
                </c:pt>
                <c:pt idx="2029">
                  <c:v>-0.88100000000000001</c:v>
                </c:pt>
                <c:pt idx="2030">
                  <c:v>-4.5999999999999999E-2</c:v>
                </c:pt>
                <c:pt idx="2031">
                  <c:v>-0.15</c:v>
                </c:pt>
                <c:pt idx="2032">
                  <c:v>0.13900000000000001</c:v>
                </c:pt>
                <c:pt idx="2033">
                  <c:v>0.64</c:v>
                </c:pt>
                <c:pt idx="2034">
                  <c:v>0.374</c:v>
                </c:pt>
                <c:pt idx="2035">
                  <c:v>0.108</c:v>
                </c:pt>
                <c:pt idx="2036">
                  <c:v>5.5E-2</c:v>
                </c:pt>
                <c:pt idx="2037">
                  <c:v>-0.94</c:v>
                </c:pt>
                <c:pt idx="2038">
                  <c:v>6.0999999999999999E-2</c:v>
                </c:pt>
                <c:pt idx="2039">
                  <c:v>-0.56299999999999994</c:v>
                </c:pt>
                <c:pt idx="2040">
                  <c:v>0.255</c:v>
                </c:pt>
                <c:pt idx="2041">
                  <c:v>0.28699999999999998</c:v>
                </c:pt>
                <c:pt idx="2042">
                  <c:v>0.40899999999999997</c:v>
                </c:pt>
                <c:pt idx="2043">
                  <c:v>-0.90400000000000003</c:v>
                </c:pt>
                <c:pt idx="2044">
                  <c:v>-0.316</c:v>
                </c:pt>
                <c:pt idx="2045">
                  <c:v>-4.9000000000000002E-2</c:v>
                </c:pt>
                <c:pt idx="2046">
                  <c:v>-9.2999999999999999E-2</c:v>
                </c:pt>
                <c:pt idx="2047">
                  <c:v>-9.2999999999999999E-2</c:v>
                </c:pt>
                <c:pt idx="2048">
                  <c:v>-0.04</c:v>
                </c:pt>
                <c:pt idx="2049">
                  <c:v>-0.19400000000000001</c:v>
                </c:pt>
                <c:pt idx="2050">
                  <c:v>-0.68100000000000005</c:v>
                </c:pt>
                <c:pt idx="2051">
                  <c:v>0.52600000000000002</c:v>
                </c:pt>
                <c:pt idx="2052">
                  <c:v>-0.39</c:v>
                </c:pt>
                <c:pt idx="2053">
                  <c:v>7.6999999999999999E-2</c:v>
                </c:pt>
                <c:pt idx="2054">
                  <c:v>-0.41799999999999998</c:v>
                </c:pt>
                <c:pt idx="2055">
                  <c:v>0.152</c:v>
                </c:pt>
                <c:pt idx="2056">
                  <c:v>2.8000000000000001E-2</c:v>
                </c:pt>
                <c:pt idx="2057">
                  <c:v>-0.188</c:v>
                </c:pt>
                <c:pt idx="2058">
                  <c:v>-9.2999999999999999E-2</c:v>
                </c:pt>
                <c:pt idx="2059">
                  <c:v>0.28799999999999998</c:v>
                </c:pt>
                <c:pt idx="2060">
                  <c:v>0.51300000000000001</c:v>
                </c:pt>
                <c:pt idx="2061">
                  <c:v>0.36699999999999999</c:v>
                </c:pt>
                <c:pt idx="2062">
                  <c:v>-0.16200000000000001</c:v>
                </c:pt>
                <c:pt idx="2063">
                  <c:v>8.8999999999999996E-2</c:v>
                </c:pt>
                <c:pt idx="2064">
                  <c:v>1.139</c:v>
                </c:pt>
                <c:pt idx="2065">
                  <c:v>0.20899999999999999</c:v>
                </c:pt>
                <c:pt idx="2066">
                  <c:v>0.623</c:v>
                </c:pt>
                <c:pt idx="2067">
                  <c:v>-0.72199999999999998</c:v>
                </c:pt>
                <c:pt idx="2068">
                  <c:v>-5.8000000000000003E-2</c:v>
                </c:pt>
                <c:pt idx="2069">
                  <c:v>-0.316</c:v>
                </c:pt>
                <c:pt idx="2070">
                  <c:v>0.52100000000000002</c:v>
                </c:pt>
                <c:pt idx="2071">
                  <c:v>-4.9000000000000002E-2</c:v>
                </c:pt>
                <c:pt idx="2072">
                  <c:v>0.6</c:v>
                </c:pt>
                <c:pt idx="2073">
                  <c:v>6.5000000000000002E-2</c:v>
                </c:pt>
                <c:pt idx="2074">
                  <c:v>7.3999999999999996E-2</c:v>
                </c:pt>
                <c:pt idx="2075">
                  <c:v>-0.29899999999999999</c:v>
                </c:pt>
                <c:pt idx="2076">
                  <c:v>-0.29399999999999998</c:v>
                </c:pt>
                <c:pt idx="2077">
                  <c:v>0.45900000000000002</c:v>
                </c:pt>
                <c:pt idx="2078">
                  <c:v>0.629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9A-1E4D-B3D2-5780A8C35EEA}"/>
            </c:ext>
          </c:extLst>
        </c:ser>
        <c:ser>
          <c:idx val="1"/>
          <c:order val="1"/>
          <c:tx>
            <c:strRef>
              <c:f>Sheet1!$B$2082</c:f>
              <c:strCache>
                <c:ptCount val="1"/>
                <c:pt idx="0">
                  <c:v>mean of 20 equal groups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Sheet1!$A$2083:$A$2102</c:f>
              <c:numCache>
                <c:formatCode>General</c:formatCode>
                <c:ptCount val="20"/>
                <c:pt idx="0">
                  <c:v>-6.7240000000000002</c:v>
                </c:pt>
                <c:pt idx="1">
                  <c:v>-4.2549999999999999</c:v>
                </c:pt>
                <c:pt idx="2">
                  <c:v>-3.3530000000000002</c:v>
                </c:pt>
                <c:pt idx="3">
                  <c:v>-3.3210000000000002</c:v>
                </c:pt>
                <c:pt idx="4">
                  <c:v>-2.621</c:v>
                </c:pt>
                <c:pt idx="5">
                  <c:v>-2.1179999999999999</c:v>
                </c:pt>
                <c:pt idx="6">
                  <c:v>-1.431</c:v>
                </c:pt>
                <c:pt idx="7">
                  <c:v>-0.94</c:v>
                </c:pt>
                <c:pt idx="8">
                  <c:v>-0.80900000000000005</c:v>
                </c:pt>
                <c:pt idx="9">
                  <c:v>-0.57199999999999995</c:v>
                </c:pt>
                <c:pt idx="10">
                  <c:v>-0.51400000000000001</c:v>
                </c:pt>
                <c:pt idx="11">
                  <c:v>-0.27100000000000002</c:v>
                </c:pt>
                <c:pt idx="12">
                  <c:v>0.14699999999999999</c:v>
                </c:pt>
                <c:pt idx="13">
                  <c:v>0.55200000000000005</c:v>
                </c:pt>
                <c:pt idx="14">
                  <c:v>0.55200000000000005</c:v>
                </c:pt>
                <c:pt idx="15">
                  <c:v>0.97</c:v>
                </c:pt>
                <c:pt idx="16">
                  <c:v>1.9430000000000001</c:v>
                </c:pt>
                <c:pt idx="17">
                  <c:v>3.492</c:v>
                </c:pt>
                <c:pt idx="18">
                  <c:v>5.7439999999999998</c:v>
                </c:pt>
                <c:pt idx="19">
                  <c:v>13.521000000000001</c:v>
                </c:pt>
              </c:numCache>
            </c:numRef>
          </c:xVal>
          <c:yVal>
            <c:numRef>
              <c:f>Sheet1!$B$2083:$B$2102</c:f>
              <c:numCache>
                <c:formatCode>General</c:formatCode>
                <c:ptCount val="20"/>
                <c:pt idx="0">
                  <c:v>-0.14599999999999999</c:v>
                </c:pt>
                <c:pt idx="1">
                  <c:v>-0.127</c:v>
                </c:pt>
                <c:pt idx="2">
                  <c:v>-0.1</c:v>
                </c:pt>
                <c:pt idx="3">
                  <c:v>-4.8000000000000001E-2</c:v>
                </c:pt>
                <c:pt idx="4">
                  <c:v>-0.107</c:v>
                </c:pt>
                <c:pt idx="5">
                  <c:v>-6.5000000000000002E-2</c:v>
                </c:pt>
                <c:pt idx="6">
                  <c:v>-0.122</c:v>
                </c:pt>
                <c:pt idx="7">
                  <c:v>-2.1000000000000001E-2</c:v>
                </c:pt>
                <c:pt idx="8">
                  <c:v>2.3E-2</c:v>
                </c:pt>
                <c:pt idx="9">
                  <c:v>-5.0999999999999997E-2</c:v>
                </c:pt>
                <c:pt idx="10">
                  <c:v>-3.3000000000000002E-2</c:v>
                </c:pt>
                <c:pt idx="11">
                  <c:v>2.8000000000000001E-2</c:v>
                </c:pt>
                <c:pt idx="12">
                  <c:v>1.2999999999999999E-2</c:v>
                </c:pt>
                <c:pt idx="13">
                  <c:v>3.5000000000000003E-2</c:v>
                </c:pt>
                <c:pt idx="14">
                  <c:v>-4.9000000000000002E-2</c:v>
                </c:pt>
                <c:pt idx="15">
                  <c:v>7.5999999999999998E-2</c:v>
                </c:pt>
                <c:pt idx="16">
                  <c:v>1.6E-2</c:v>
                </c:pt>
                <c:pt idx="17">
                  <c:v>0.255</c:v>
                </c:pt>
                <c:pt idx="18">
                  <c:v>0.153</c:v>
                </c:pt>
                <c:pt idx="19">
                  <c:v>0.26900000000000002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A9A-1E4D-B3D2-5780A8C35EEA}"/>
            </c:ext>
          </c:extLst>
        </c:ser>
        <c:ser>
          <c:idx val="2"/>
          <c:order val="2"/>
          <c:tx>
            <c:strRef>
              <c:f>Sheet1!$B$2104</c:f>
              <c:strCache>
                <c:ptCount val="1"/>
                <c:pt idx="0">
                  <c:v>fitted line</c:v>
                </c:pt>
              </c:strCache>
            </c:strRef>
          </c:tx>
          <c:spPr>
            <a:ln w="31750">
              <a:solidFill>
                <a:srgbClr val="FE060E"/>
              </a:solidFill>
            </a:ln>
          </c:spPr>
          <c:marker>
            <c:symbol val="none"/>
          </c:marker>
          <c:xVal>
            <c:numRef>
              <c:f>Sheet1!$A$2105:$A$2106</c:f>
              <c:numCache>
                <c:formatCode>General</c:formatCode>
                <c:ptCount val="2"/>
                <c:pt idx="0">
                  <c:v>-8</c:v>
                </c:pt>
                <c:pt idx="1">
                  <c:v>18</c:v>
                </c:pt>
              </c:numCache>
            </c:numRef>
          </c:xVal>
          <c:yVal>
            <c:numRef>
              <c:f>Sheet1!$B$2105:$B$2106</c:f>
              <c:numCache>
                <c:formatCode>General</c:formatCode>
                <c:ptCount val="2"/>
                <c:pt idx="0">
                  <c:v>-0.19152</c:v>
                </c:pt>
                <c:pt idx="1">
                  <c:v>0.43091999999999997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A9A-1E4D-B3D2-5780A8C35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0"/>
          <c:min val="-10"/>
        </c:scaling>
        <c:delete val="0"/>
        <c:axPos val="b"/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2023 tariff increase minus canton mean (ct/kWh)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129643912"/>
        <c:crosses val="autoZero"/>
        <c:crossBetween val="midCat"/>
        <c:majorUnit val="5"/>
      </c:valAx>
      <c:valAx>
        <c:axId val="-2129643912"/>
        <c:scaling>
          <c:orientation val="minMax"/>
          <c:max val="1.5"/>
          <c:min val="-1.5"/>
        </c:scaling>
        <c:delete val="0"/>
        <c:axPos val="l"/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growth minus canton mean (log points)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128940872"/>
        <c:crosses val="autoZero"/>
        <c:crossBetween val="midCat"/>
        <c:majorUnit val="0.5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Below median owner share (&lt; 56%)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55.8</c:v>
                </c:pt>
                <c:pt idx="1">
                  <c:v>44.4</c:v>
                </c:pt>
                <c:pt idx="2">
                  <c:v>54.2</c:v>
                </c:pt>
                <c:pt idx="3">
                  <c:v>54.6</c:v>
                </c:pt>
                <c:pt idx="4">
                  <c:v>61.1</c:v>
                </c:pt>
                <c:pt idx="5">
                  <c:v>83.9</c:v>
                </c:pt>
                <c:pt idx="6">
                  <c:v>100</c:v>
                </c:pt>
                <c:pt idx="7">
                  <c:v>143.5</c:v>
                </c:pt>
                <c:pt idx="8">
                  <c:v>240.6</c:v>
                </c:pt>
                <c:pt idx="9">
                  <c:v>229.2</c:v>
                </c:pt>
                <c:pt idx="10">
                  <c:v>146.6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DA-1F44-8AEC-A224D47B66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58.8</c:v>
                </c:pt>
                <c:pt idx="1">
                  <c:v>50.3</c:v>
                </c:pt>
                <c:pt idx="2">
                  <c:v>61.9</c:v>
                </c:pt>
                <c:pt idx="3">
                  <c:v>62.3</c:v>
                </c:pt>
                <c:pt idx="4">
                  <c:v>64</c:v>
                </c:pt>
                <c:pt idx="5">
                  <c:v>85.3</c:v>
                </c:pt>
                <c:pt idx="6">
                  <c:v>100</c:v>
                </c:pt>
                <c:pt idx="7">
                  <c:v>142.30000000000001</c:v>
                </c:pt>
                <c:pt idx="8">
                  <c:v>280.39999999999998</c:v>
                </c:pt>
                <c:pt idx="9">
                  <c:v>257.60000000000002</c:v>
                </c:pt>
                <c:pt idx="10">
                  <c:v>156.19999999999999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DA-1F44-8AEC-A224D47B6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50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Above median owner share (≥ 56%)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53.3</c:v>
                </c:pt>
                <c:pt idx="1">
                  <c:v>41.6</c:v>
                </c:pt>
                <c:pt idx="2">
                  <c:v>55.3</c:v>
                </c:pt>
                <c:pt idx="3">
                  <c:v>52.2</c:v>
                </c:pt>
                <c:pt idx="4">
                  <c:v>57.7</c:v>
                </c:pt>
                <c:pt idx="5">
                  <c:v>79.5</c:v>
                </c:pt>
                <c:pt idx="6">
                  <c:v>100</c:v>
                </c:pt>
                <c:pt idx="7">
                  <c:v>139</c:v>
                </c:pt>
                <c:pt idx="8">
                  <c:v>237.1</c:v>
                </c:pt>
                <c:pt idx="9">
                  <c:v>217.3</c:v>
                </c:pt>
                <c:pt idx="10">
                  <c:v>137.80000000000001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D7-1948-A690-0283CEF95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59.1</c:v>
                </c:pt>
                <c:pt idx="1">
                  <c:v>48.8</c:v>
                </c:pt>
                <c:pt idx="2">
                  <c:v>60.8</c:v>
                </c:pt>
                <c:pt idx="3">
                  <c:v>63.1</c:v>
                </c:pt>
                <c:pt idx="4">
                  <c:v>71.099999999999994</c:v>
                </c:pt>
                <c:pt idx="5">
                  <c:v>87.7</c:v>
                </c:pt>
                <c:pt idx="6">
                  <c:v>100</c:v>
                </c:pt>
                <c:pt idx="7">
                  <c:v>159.80000000000001</c:v>
                </c:pt>
                <c:pt idx="8">
                  <c:v>307.5</c:v>
                </c:pt>
                <c:pt idx="9">
                  <c:v>278.60000000000002</c:v>
                </c:pt>
                <c:pt idx="10">
                  <c:v>161.1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D7-1948-A690-0283CEF95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50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96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91440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91440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91440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7600"/>
            <a:ext cx="1053338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err="1">
                <a:solidFill>
                  <a:srgbClr val="000000"/>
                </a:solidFill>
                <a:latin typeface="Arial"/>
              </a:rPr>
              <a:t>Did</a:t>
            </a:r>
            <a:r>
              <a:rPr sz="4400" b="1">
                <a:solidFill>
                  <a:srgbClr val="000000"/>
                </a:solidFill>
                <a:latin typeface="Arial"/>
              </a:rPr>
              <a:t> the 2023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electricity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price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shock</a:t>
            </a:r>
            <a:r>
              <a:rPr sz="4400" b="1">
                <a:solidFill>
                  <a:srgbClr val="000000"/>
                </a:solidFill>
                <a:latin typeface="Arial"/>
              </a:rPr>
              <a:t> speed up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rooftop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solar</a:t>
            </a:r>
            <a:r>
              <a:rPr sz="4400" b="1">
                <a:solidFill>
                  <a:srgbClr val="000000"/>
                </a:solidFill>
                <a:latin typeface="Arial"/>
              </a:rPr>
              <a:t> in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Switzerland</a:t>
            </a:r>
            <a:r>
              <a:rPr sz="4400" b="1">
                <a:solidFill>
                  <a:srgbClr val="000000"/>
                </a:solidFill>
                <a:latin typeface="Arial"/>
              </a:rPr>
              <a:t>?</a:t>
            </a:r>
            <a:endParaRPr lang="fr-FR" sz="44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280576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356286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0790C9"/>
                </a:solidFill>
                <a:latin typeface="Arial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3660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New PV installations per commune and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914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30384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06094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005DC4"/>
                </a:solidFill>
                <a:latin typeface="Arial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50557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2023 increase in the household electricity tariff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341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MAIN EXPLANATORY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80192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849099"/>
            <a:ext cx="3437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E060E"/>
                </a:solidFill>
                <a:latin typeface="Arial"/>
              </a:rP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03622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Share of dwellings lived in by their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091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HETEROGENEITY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30000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2358059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0" dirty="0">
                <a:solidFill>
                  <a:srgbClr val="6B6B6B"/>
                </a:solidFill>
                <a:latin typeface="Arial"/>
              </a:rPr>
              <a:t>[</a:t>
            </a:r>
            <a:r>
              <a:rPr lang="en-US" sz="1400" b="0" dirty="0">
                <a:solidFill>
                  <a:srgbClr val="6B6B6B"/>
                </a:solidFill>
                <a:latin typeface="Arial"/>
              </a:rPr>
              <a:t>Giraffe] Daoud</a:t>
            </a:r>
            <a:r>
              <a:rPr lang="en-US" sz="1400" dirty="0">
                <a:solidFill>
                  <a:srgbClr val="6B6B6B"/>
                </a:solidFill>
                <a:latin typeface="Arial"/>
              </a:rPr>
              <a:t>, Marie, </a:t>
            </a:r>
            <a:r>
              <a:rPr lang="en-US" sz="1400" dirty="0" err="1">
                <a:solidFill>
                  <a:srgbClr val="6B6B6B"/>
                </a:solidFill>
                <a:latin typeface="Arial"/>
              </a:rPr>
              <a:t>Jieyu</a:t>
            </a:r>
            <a:endParaRPr sz="1400" b="0" dirty="0" err="1">
              <a:solidFill>
                <a:srgbClr val="6B6B6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A rooftop panel pays off through two prices: the electricity you no longer buy, and what the grid pays for the rest. The local operator sets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35 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renewable electricity excluding hydropower by 2035 (federal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+28%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household tariff in 2023 for the median commune (+5.1 ct/kWh)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495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main operators set these prices in our 2,098 communes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Three studies of prices and solar adoption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Feger et al.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2022 · canton of Bern · structural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Prices raise adoption; adopters mostly own homes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/>
            </a:r>
            <a:r>
              <a:rPr sz="1700" dirty="0">
                <a:solidFill>
                  <a:srgbClr val="000000"/>
                </a:solidFill>
                <a:latin typeface="Arial"/>
              </a:rPr>
              <a:t/>
            </a:r>
            <a:r>
              <a:rPr sz="1700" dirty="0" err="1">
                <a:solidFill>
                  <a:srgbClr val="000000"/>
                </a:solidFill>
                <a:latin typeface="Arial"/>
              </a:rPr>
              <a:t/>
            </a:r>
            <a:r>
              <a:rPr sz="1700" dirty="0">
                <a:solidFill>
                  <a:srgbClr val="000000"/>
                </a:solidFill>
                <a:latin typeface="Arial"/>
              </a:rPr>
              <a:t/>
            </a:r>
            <a:r>
              <a:rPr sz="1700" dirty="0" err="1">
                <a:solidFill>
                  <a:srgbClr val="000000"/>
                </a:solidFill>
                <a:latin typeface="Arial"/>
              </a:rPr>
              <a:t/>
            </a:r>
            <a:r>
              <a:rPr sz="1700" dirty="0">
                <a:solidFill>
                  <a:srgbClr val="000000"/>
                </a:solidFill>
                <a:latin typeface="Arial"/>
              </a:rPr>
              <a:t/>
            </a:r>
            <a:r>
              <a:rPr sz="1700" dirty="0" err="1">
                <a:solidFill>
                  <a:srgbClr val="000000"/>
                </a:solidFill>
                <a:latin typeface="Arial"/>
              </a:rPr>
              <a:t/>
            </a:r>
            <a:r>
              <a:rPr sz="1700" dirty="0">
                <a:solidFill>
                  <a:srgbClr val="000000"/>
                </a:solidFill>
                <a:latin typeface="Arial"/>
              </a:rPr>
              <a:t/>
            </a:r>
            <a:endParaRPr lang="fr-FR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Little price variation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54296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Kiso et al.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4296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2022 · Japan · prefecture panel, Fukushima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 err="1">
                <a:solidFill>
                  <a:srgbClr val="000000"/>
                </a:solidFill>
                <a:latin typeface="Arial"/>
              </a:rPr>
              <a:t>Higher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prices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raised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retrofits</a:t>
            </a:r>
            <a:r>
              <a:rPr sz="1700" dirty="0">
                <a:solidFill>
                  <a:srgbClr val="000000"/>
                </a:solidFill>
                <a:latin typeface="Arial"/>
              </a:rPr>
              <a:t>,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barely</a:t>
            </a:r>
            <a:r>
              <a:rPr sz="1700" dirty="0">
                <a:solidFill>
                  <a:srgbClr val="000000"/>
                </a:solidFill>
                <a:latin typeface="Arial"/>
              </a:rPr>
              <a:t> new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builds</a:t>
            </a:r>
            <a:endParaRPr lang="fr-FR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54296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Ten utilities, a slow rise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Filippini &amp; Garnache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48472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2026 · Norway · south vs north price 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Installations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surged</a:t>
            </a:r>
            <a:r>
              <a:rPr sz="1700" dirty="0">
                <a:solidFill>
                  <a:srgbClr val="000000"/>
                </a:solidFill>
                <a:latin typeface="Arial"/>
              </a:rPr>
              <a:t>;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buyers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overweighted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current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prices</a:t>
            </a:r>
            <a:endParaRPr lang="fr-FR" sz="1700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48472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One north–south border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Literature · our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Each study had one narrow source of price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Bern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little price variation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ten utilities, a slow 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Norway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one border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10817352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73563"/>
            <a:ext cx="10085832" cy="1088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2200" b="0" dirty="0">
                <a:solidFill>
                  <a:srgbClr val="FE060E"/>
                </a:solidFill>
                <a:latin typeface="Arial"/>
              </a:rPr>
              <a:t>Our gap </a:t>
            </a:r>
            <a:r>
              <a:rPr lang="fr-FR" sz="2200">
                <a:solidFill>
                  <a:srgbClr val="FE060E"/>
                </a:solidFill>
                <a:latin typeface="Arial"/>
              </a:rPr>
              <a:t>: </a:t>
            </a:r>
            <a:r>
              <a:rPr sz="2200" b="0">
                <a:solidFill>
                  <a:srgbClr val="000000"/>
                </a:solidFill>
                <a:latin typeface="Arial"/>
              </a:rPr>
              <a:t>No solar study we found uses the 2023 Swiss tariff jump: one sudden </a:t>
            </a:r>
            <a:r>
              <a:rPr sz="2200" b="0" dirty="0">
                <a:solidFill>
                  <a:srgbClr val="000000"/>
                </a:solidFill>
                <a:latin typeface="Arial"/>
              </a:rPr>
              <a:t>shock, passed on by hundreds of operators by different amounts, so we can compare communes within the same canton.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ED36F47-CFFD-92CB-4017-D7587874B2C5}"/>
              </a:ext>
            </a:extLst>
          </p:cNvPr>
          <p:cNvSpPr/>
          <p:nvPr/>
        </p:nvSpPr>
        <p:spPr>
          <a:xfrm>
            <a:off x="8078345" y="1776566"/>
            <a:ext cx="3429000" cy="4017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Three variables: nature, preparation,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749" y="5930105"/>
            <a:ext cx="1039368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6B6B6B"/>
                </a:solidFill>
                <a:latin typeface="Arial"/>
                <a:cs typeface="Arial"/>
              </a:rPr>
              <a:t>Swiss communes merge every year ⮕ FSO mutation register lists every merger since 2010 ⮕ link each commune with its 2026 number</a:t>
            </a:r>
            <a:endParaRPr lang="en-US" sz="1400" b="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2775" y="1763541"/>
            <a:ext cx="3442025" cy="40242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790C9"/>
                </a:solidFill>
                <a:latin typeface="Arial"/>
              </a:rPr>
              <a:t>Y ·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633" y="5026986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690C9"/>
                </a:solidFill>
                <a:latin typeface="Arial"/>
              </a:rPr>
              <a:t>New PV installations</a:t>
            </a:r>
            <a:endParaRPr lang="en-GB" sz="2200" b="1">
              <a:solidFill>
                <a:srgbClr val="0690C9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4024" y="5430311"/>
            <a:ext cx="28803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6453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216" y="3020568"/>
            <a:ext cx="2880360" cy="141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Select only solar plants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Place each plant in a commune thanks to its coordinates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9976" y="1776567"/>
            <a:ext cx="3429000" cy="4017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4296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05DC4"/>
                </a:solidFill>
                <a:latin typeface="Arial"/>
              </a:rPr>
              <a:t>X · MAIN EXPLANATORY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5072575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05EC4"/>
                </a:solidFill>
                <a:latin typeface="Arial"/>
              </a:rPr>
              <a:t>2023 tariff increase</a:t>
            </a:r>
            <a:endParaRPr lang="en-GB" sz="2200" b="1">
              <a:solidFill>
                <a:srgbClr val="005EC4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7783" y="5429478"/>
            <a:ext cx="28803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Continuous, </a:t>
            </a:r>
            <a:r>
              <a:rPr sz="1400" b="0" err="1">
                <a:solidFill>
                  <a:srgbClr val="6B6B6B"/>
                </a:solidFill>
                <a:latin typeface="Arial"/>
              </a:rPr>
              <a:t>ct</a:t>
            </a:r>
            <a:r>
              <a:rPr sz="1400" b="0">
                <a:solidFill>
                  <a:srgbClr val="6B6B6B"/>
                </a:solidFill>
                <a:latin typeface="Arial"/>
              </a:rPr>
              <a:t>/kWh</a:t>
            </a:r>
            <a:endParaRPr lang="en-US" sz="1400" b="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54296" y="27401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200" y="3032760"/>
            <a:ext cx="2880360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Select only H4 tariffs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X = 2023 tariffs – 2022 tariffs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280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E060E"/>
                </a:solidFill>
                <a:latin typeface="Arial"/>
              </a:rPr>
              <a:t>Z · HETEROGENEITY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5818" y="5072575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FF0000"/>
                </a:solidFill>
                <a:latin typeface="Arial"/>
              </a:rPr>
              <a:t>Owner share</a:t>
            </a:r>
            <a:endParaRPr lang="en-GB" sz="22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54151" y="5413952"/>
            <a:ext cx="2880360" cy="223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Share from 0 to 1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54568" y="273405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AEEC5-427F-CDF3-3737-6C012DE763BB}"/>
              </a:ext>
            </a:extLst>
          </p:cNvPr>
          <p:cNvSpPr txBox="1"/>
          <p:nvPr/>
        </p:nvSpPr>
        <p:spPr>
          <a:xfrm>
            <a:off x="894466" y="2284645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Arial"/>
                <a:cs typeface="Arial"/>
              </a:rPr>
              <a:t>SFOE plant register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3F27F-3702-974E-F877-D14380EB8365}"/>
              </a:ext>
            </a:extLst>
          </p:cNvPr>
          <p:cNvSpPr txBox="1"/>
          <p:nvPr/>
        </p:nvSpPr>
        <p:spPr>
          <a:xfrm>
            <a:off x="4509394" y="2284644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err="1">
                <a:latin typeface="Arial"/>
                <a:cs typeface="Arial"/>
              </a:rPr>
              <a:t>ElCom</a:t>
            </a:r>
            <a:r>
              <a:rPr lang="en-US" sz="1700">
                <a:latin typeface="Arial"/>
                <a:cs typeface="Arial"/>
              </a:rPr>
              <a:t> tariffs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BCC66C-064D-C400-BBF7-1C551AE538A6}"/>
              </a:ext>
            </a:extLst>
          </p:cNvPr>
          <p:cNvSpPr txBox="1"/>
          <p:nvPr/>
        </p:nvSpPr>
        <p:spPr>
          <a:xfrm>
            <a:off x="8270626" y="2284644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Arial"/>
                <a:cs typeface="Arial"/>
              </a:rPr>
              <a:t>FSO census 2000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994929-8B2D-2056-8450-5538A6F55673}"/>
              </a:ext>
            </a:extLst>
          </p:cNvPr>
          <p:cNvSpPr txBox="1"/>
          <p:nvPr/>
        </p:nvSpPr>
        <p:spPr>
          <a:xfrm>
            <a:off x="8276722" y="3016164"/>
            <a:ext cx="292472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Z = owner-occupied / all occupied dwellings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7B8C7C-D55C-8578-5248-23A4F6D178A2}"/>
              </a:ext>
            </a:extLst>
          </p:cNvPr>
          <p:cNvSpPr txBox="1"/>
          <p:nvPr/>
        </p:nvSpPr>
        <p:spPr>
          <a:xfrm>
            <a:off x="953607" y="4223408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200">
                <a:solidFill>
                  <a:srgbClr val="6B6B6B"/>
                </a:solidFill>
                <a:latin typeface="Arial"/>
                <a:cs typeface="Arial"/>
              </a:rPr>
              <a:t>LIMIT</a:t>
            </a:r>
            <a:endParaRPr sz="12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F1585D-19D9-DBF2-6E4F-A73BCBF2AAD3}"/>
              </a:ext>
            </a:extLst>
          </p:cNvPr>
          <p:cNvSpPr txBox="1"/>
          <p:nvPr/>
        </p:nvSpPr>
        <p:spPr>
          <a:xfrm>
            <a:off x="8358683" y="4167487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200">
                <a:solidFill>
                  <a:srgbClr val="6B6B6B"/>
                </a:solidFill>
                <a:latin typeface="Arial"/>
                <a:cs typeface="Arial"/>
              </a:rPr>
              <a:t>LIMIT</a:t>
            </a:r>
            <a:endParaRPr sz="12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FEC6CD-8444-50AE-EE1A-8ED1A87040F4}"/>
              </a:ext>
            </a:extLst>
          </p:cNvPr>
          <p:cNvSpPr txBox="1"/>
          <p:nvPr/>
        </p:nvSpPr>
        <p:spPr>
          <a:xfrm>
            <a:off x="953190" y="4453389"/>
            <a:ext cx="2880360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Commission date is not decision date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F2E02F-301C-DD46-E83B-5390249ACD1E}"/>
              </a:ext>
            </a:extLst>
          </p:cNvPr>
          <p:cNvSpPr txBox="1"/>
          <p:nvPr/>
        </p:nvSpPr>
        <p:spPr>
          <a:xfrm>
            <a:off x="8276722" y="4373525"/>
            <a:ext cx="292472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The census is 26 years 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3C5B5ED-FAA6-45BD-0692-3A284D1F94A3}"/>
              </a:ext>
            </a:extLst>
          </p:cNvPr>
          <p:cNvSpPr/>
          <p:nvPr/>
        </p:nvSpPr>
        <p:spPr>
          <a:xfrm>
            <a:off x="8351389" y="2180361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AD6877-38DA-004E-9953-5E76039D79EF}"/>
              </a:ext>
            </a:extLst>
          </p:cNvPr>
          <p:cNvSpPr/>
          <p:nvPr/>
        </p:nvSpPr>
        <p:spPr>
          <a:xfrm>
            <a:off x="4372057" y="2186874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45EF2F-1F30-9DD8-7B4F-133BEACEB22C}"/>
              </a:ext>
            </a:extLst>
          </p:cNvPr>
          <p:cNvSpPr/>
          <p:nvPr/>
        </p:nvSpPr>
        <p:spPr>
          <a:xfrm>
            <a:off x="470877" y="2180361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Data and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cs typeface="Arial"/>
              </a:rPr>
              <a:t>Result of data cleaning</a:t>
            </a:r>
            <a:endParaRPr lang="en-US" sz="3200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SFOE plant register</a:t>
            </a:r>
            <a:r>
              <a:rPr lang="en-GB" sz="1100">
                <a:solidFill>
                  <a:srgbClr val="6B6B6B"/>
                </a:solidFill>
                <a:latin typeface="Arial"/>
              </a:rPr>
              <a:t>, ElCom</a:t>
            </a:r>
            <a:r>
              <a:rPr sz="1100" b="0">
                <a:solidFill>
                  <a:srgbClr val="6B6B6B"/>
                </a:solidFill>
                <a:latin typeface="Arial"/>
              </a:rPr>
              <a:t>, FSO, </a:t>
            </a:r>
            <a:r>
              <a:rPr sz="1100" b="0" err="1">
                <a:solidFill>
                  <a:srgbClr val="6B6B6B"/>
                </a:solidFill>
                <a:latin typeface="Arial"/>
              </a:rPr>
              <a:t>swisstopo</a:t>
            </a:r>
            <a:endParaRPr lang="en-US" sz="1100" b="0" err="1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9704" y="2770632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PLANTS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608" y="3066965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297,633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9518" y="2773680"/>
            <a:ext cx="341680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</a:rPr>
              <a:t>COMMUNES (OUT OF 2,110)</a:t>
            </a:r>
            <a:r>
              <a:rPr lang="en-GB" sz="1200">
                <a:solidFill>
                  <a:srgbClr val="6B6B6B"/>
                </a:solidFill>
                <a:latin typeface="Arial"/>
              </a:rPr>
              <a:t/>
            </a:r>
            <a:endParaRPr lang="en-GB" sz="120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8595" y="3133214"/>
            <a:ext cx="1499616" cy="68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2,098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6637" y="311325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2015–2025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0D076-D2F8-C248-0431-953CF3A45439}"/>
              </a:ext>
            </a:extLst>
          </p:cNvPr>
          <p:cNvSpPr txBox="1"/>
          <p:nvPr/>
        </p:nvSpPr>
        <p:spPr>
          <a:xfrm>
            <a:off x="8525256" y="2773680"/>
            <a:ext cx="341680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200">
                <a:solidFill>
                  <a:srgbClr val="6B6B6B"/>
                </a:solidFill>
                <a:latin typeface="Arial"/>
              </a:rPr>
              <a:t>YEARS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Summary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Growth: log(1 + installations per year 2023–24) − log(1 + installations per year 2017–21)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368915"/>
              </p:ext>
            </p:extLst>
          </p:nvPr>
        </p:nvGraphicFramePr>
        <p:xfrm>
          <a:off x="685800" y="1714374"/>
          <a:ext cx="10817352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Mean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SD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Min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Median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Max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installations per year, 2017–21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installations per year, 2023–24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growth, log(1 +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900" dirty="0"/>
                        <a:t>X · 2023 tariff increase, </a:t>
                      </a:r>
                      <a:r>
                        <a:rPr sz="1900" dirty="0" err="1"/>
                        <a:t>ct</a:t>
                      </a:r>
                      <a:r>
                        <a:rPr sz="1900" dirty="0"/>
                        <a:t>/kWh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 · owner-occupier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Y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Installations jumped in 2023 and fell in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5064"/>
            <a:ext cx="4278236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SFOE plant register</a:t>
            </a:r>
            <a:r>
              <a:rPr lang="fr-FR" sz="1100">
                <a:solidFill>
                  <a:srgbClr val="6B6B6B"/>
                </a:solidFill>
                <a:latin typeface="Arial"/>
              </a:rPr>
              <a:t>, </a:t>
            </a:r>
            <a:r>
              <a:rPr sz="1100" b="0">
                <a:solidFill>
                  <a:srgbClr val="6B6B6B"/>
                </a:solidFill>
                <a:latin typeface="Arial"/>
              </a:rPr>
              <a:t>new PV installations per year, 2,098 communes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915400" y="23774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+165%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139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2021 → 2023
23,291 → 61,682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Y across communes and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A skewed count that grew almost everywhere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98903" y="5880888"/>
            <a:ext cx="3890054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Median 18.5   </a:t>
            </a:r>
            <a:r>
              <a:rPr sz="1500" b="0">
                <a:solidFill>
                  <a:srgbClr val="313131"/>
                </a:solidFill>
                <a:latin typeface="Arial"/>
              </a:rPr>
              <a:t>per year; 5.2 in 2017–21</a:t>
            </a:r>
          </a:p>
        </p:txBody>
      </p:sp>
      <p:pic>
        <p:nvPicPr>
          <p:cNvPr id="11" name="Picture 10" descr="map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994" y="1737360"/>
            <a:ext cx="4739931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170" y="5880888"/>
            <a:ext cx="2465201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98%   </a:t>
            </a:r>
            <a:r>
              <a:rPr sz="1500" b="0">
                <a:solidFill>
                  <a:srgbClr val="313131"/>
                </a:solidFill>
                <a:latin typeface="Arial"/>
              </a:rPr>
              <a:t>of communes grew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Most communes have 40–70% owner-occupiers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1177685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FSO census 2000</a:t>
            </a:r>
            <a:r>
              <a:rPr lang="fr-FR" sz="1100">
                <a:solidFill>
                  <a:srgbClr val="6B6B6B"/>
                </a:solidFill>
                <a:latin typeface="Arial"/>
              </a:rPr>
              <a:t> </a:t>
            </a:r>
            <a:endParaRPr lang="en-GB" sz="1100" b="0">
              <a:solidFill>
                <a:srgbClr val="6B6B6B"/>
              </a:solidFill>
              <a:latin typeface="Arial"/>
              <a:cs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20076" y="5806440"/>
            <a:ext cx="4052089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Median 56%   </a:t>
            </a:r>
            <a:r>
              <a:rPr sz="1500" b="0">
                <a:solidFill>
                  <a:srgbClr val="313131"/>
                </a:solidFill>
                <a:latin typeface="Arial"/>
              </a:rPr>
              <a:t>fixed in time: one census</a:t>
            </a:r>
          </a:p>
        </p:txBody>
      </p:sp>
      <p:pic>
        <p:nvPicPr>
          <p:cNvPr id="11" name="Picture 10" descr="map_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994" y="1737360"/>
            <a:ext cx="4739931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62171" y="5806440"/>
            <a:ext cx="272358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35   </a:t>
            </a:r>
            <a:r>
              <a:rPr sz="1500" b="0">
                <a:solidFill>
                  <a:srgbClr val="313131"/>
                </a:solidFill>
                <a:latin typeface="Arial"/>
              </a:rPr>
              <a:t>communes without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X across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3200" b="0">
                <a:solidFill>
                  <a:srgbClr val="000000"/>
                </a:solidFill>
                <a:latin typeface="Arial"/>
              </a:rPr>
              <a:t>Tariff increases varied widely, even within cantons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259891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US" sz="1100" b="0" dirty="0" err="1">
                <a:solidFill>
                  <a:srgbClr val="6B6B6B"/>
                </a:solidFill>
                <a:latin typeface="Arial"/>
              </a:rPr>
              <a:t>ElCom</a:t>
            </a:r>
            <a:r>
              <a:rPr sz="1100" b="0" dirty="0">
                <a:solidFill>
                  <a:srgbClr val="6B6B6B"/>
                </a:solidFill>
                <a:latin typeface="Arial"/>
              </a:rPr>
              <a:t> household tariffs</a:t>
            </a:r>
            <a:r>
              <a:rPr lang="en-US" sz="1100" dirty="0">
                <a:solidFill>
                  <a:srgbClr val="6B6B6B"/>
                </a:solidFill>
                <a:latin typeface="Arial"/>
              </a:rPr>
              <a:t> (</a:t>
            </a:r>
            <a:r>
              <a:rPr sz="1100" b="0" dirty="0">
                <a:solidFill>
                  <a:srgbClr val="6B6B6B"/>
                </a:solidFill>
                <a:latin typeface="Arial"/>
              </a:rPr>
              <a:t>H4</a:t>
            </a:r>
            <a:r>
              <a:rPr lang="en-US" sz="1100" b="0" dirty="0">
                <a:solidFill>
                  <a:srgbClr val="6B6B6B"/>
                </a:solidFill>
                <a:latin typeface="Arial"/>
              </a:rPr>
              <a:t>); </a:t>
            </a:r>
            <a:r>
              <a:rPr lang="en-US" sz="1100" b="0" dirty="0" err="1">
                <a:solidFill>
                  <a:srgbClr val="6B6B6B"/>
                </a:solidFill>
                <a:latin typeface="Arial"/>
              </a:rPr>
              <a:t>swisstopo</a:t>
            </a:r>
            <a:r>
              <a:rPr lang="en-US" sz="1100" b="0" dirty="0">
                <a:solidFill>
                  <a:srgbClr val="6B6B6B"/>
                </a:solidFill>
                <a:latin typeface="Arial"/>
              </a:rPr>
              <a:t> boundaries</a:t>
            </a:r>
          </a:p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B6B6B"/>
                </a:solidFill>
                <a:latin typeface="Arial"/>
              </a:rPr>
              <a:t>Left chart: </a:t>
            </a:r>
            <a:r>
              <a:rPr lang="en-GB" sz="1100" b="0" dirty="0">
                <a:solidFill>
                  <a:srgbClr val="6B6B6B"/>
                </a:solidFill>
                <a:latin typeface="Arial"/>
              </a:rPr>
              <a:t>dot = median; blue bar = middle 50%; grey line = range,</a:t>
            </a:r>
            <a:r>
              <a:rPr lang="en-GB" sz="1100" dirty="0">
                <a:solidFill>
                  <a:srgbClr val="6B6B6B"/>
                </a:solidFill>
                <a:latin typeface="Arial"/>
              </a:rPr>
              <a:t> capped at 25 </a:t>
            </a:r>
            <a:r>
              <a:rPr lang="en-GB" sz="1100" dirty="0" err="1">
                <a:solidFill>
                  <a:srgbClr val="6B6B6B"/>
                </a:solidFill>
                <a:latin typeface="Arial"/>
              </a:rPr>
              <a:t>ct</a:t>
            </a:r>
            <a:r>
              <a:rPr lang="en-GB" sz="1100" dirty="0">
                <a:solidFill>
                  <a:srgbClr val="6B6B6B"/>
                </a:solidFill>
                <a:latin typeface="Arial"/>
              </a:rPr>
              <a:t>/kWh</a:t>
            </a:r>
            <a:endParaRPr lang="en-GB" sz="1100" b="0" dirty="0">
              <a:solidFill>
                <a:srgbClr val="6B6B6B"/>
              </a:solidFill>
              <a:latin typeface="Arial"/>
              <a:cs typeface="Arial"/>
            </a:endParaRPr>
          </a:p>
        </p:txBody>
      </p:sp>
      <p:pic>
        <p:nvPicPr>
          <p:cNvPr id="9" name="Picture 8" descr="map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534" y="1371600"/>
            <a:ext cx="4743554" cy="3931920"/>
          </a:xfrm>
          <a:prstGeom prst="rect">
            <a:avLst/>
          </a:prstGeom>
        </p:spPr>
      </p:pic>
      <p:pic>
        <p:nvPicPr>
          <p:cNvPr id="10" name="Picture 9" descr="cant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44" y="1368552"/>
            <a:ext cx="2623223" cy="41147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799" y="5692578"/>
            <a:ext cx="3690815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+5.1 </a:t>
            </a:r>
            <a:r>
              <a:rPr lang="en-GB" sz="2200" b="0" err="1">
                <a:solidFill>
                  <a:srgbClr val="005DC4"/>
                </a:solidFill>
                <a:latin typeface="Arial"/>
              </a:rPr>
              <a:t>ct</a:t>
            </a:r>
            <a:r>
              <a:rPr lang="en-GB" altLang="zh-CN" sz="2200" b="0">
                <a:solidFill>
                  <a:srgbClr val="005DC4"/>
                </a:solidFill>
                <a:latin typeface="Arial"/>
              </a:rPr>
              <a:t>/</a:t>
            </a:r>
            <a:r>
              <a:rPr lang="en-GB" altLang="zh-CN" sz="2200">
                <a:solidFill>
                  <a:srgbClr val="005DC4"/>
                </a:solidFill>
                <a:latin typeface="Arial"/>
              </a:rPr>
              <a:t>kWh</a:t>
            </a:r>
            <a:r>
              <a:rPr sz="2200" b="0">
                <a:solidFill>
                  <a:srgbClr val="005DC4"/>
                </a:solidFill>
                <a:latin typeface="Arial"/>
              </a:rPr>
              <a:t>  </a:t>
            </a:r>
            <a:r>
              <a:rPr lang="en-US" sz="2200" b="0">
                <a:solidFill>
                  <a:srgbClr val="005DC4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median tariff increase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9815" y="5692578"/>
            <a:ext cx="3284024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74%  </a:t>
            </a:r>
            <a:r>
              <a:rPr lang="en-US" sz="2200" b="0">
                <a:solidFill>
                  <a:srgbClr val="005DC4"/>
                </a:solidFill>
                <a:latin typeface="Arial"/>
              </a:rPr>
              <a:t> </a:t>
            </a:r>
            <a:r>
              <a:rPr lang="en-CH" sz="1600" b="0">
                <a:solidFill>
                  <a:srgbClr val="313131"/>
                </a:solidFill>
                <a:latin typeface="Arial"/>
              </a:rPr>
              <a:t>Variation within </a:t>
            </a:r>
            <a:r>
              <a:rPr lang="en-CH" sz="1600">
                <a:solidFill>
                  <a:srgbClr val="313131"/>
                </a:solidFill>
                <a:latin typeface="Arial"/>
              </a:rPr>
              <a:t>cantons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5692578"/>
            <a:ext cx="4110502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87%  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Energy share of the average increase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Bivariate · thirds of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High-shock communes grew more in 2023, relative to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73029"/>
            <a:ext cx="9966960" cy="361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Groups based on 2023 tariff increases. Installation totals indexed to 2021 = 100.</a:t>
            </a:r>
          </a:p>
          <a:p>
            <a:pPr>
              <a:lnSpc>
                <a:spcPct val="110000"/>
              </a:lnSpc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86117"/>
              </p:ext>
            </p:extLst>
          </p:nvPr>
        </p:nvGraphicFramePr>
        <p:xfrm>
          <a:off x="685800" y="1614739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902275"/>
              </p:ext>
            </p:extLst>
          </p:nvPr>
        </p:nvGraphicFramePr>
        <p:xfrm>
          <a:off x="6217920" y="1614739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8937" y="5648785"/>
            <a:ext cx="597392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CH" sz="1500">
                <a:solidFill>
                  <a:srgbClr val="313131"/>
                </a:solidFill>
                <a:latin typeface="Arial"/>
              </a:rPr>
              <a:t>Mean 2022-2023 tariff increases: </a:t>
            </a:r>
            <a:r>
              <a:rPr kumimoji="0" lang="en-CH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+2.0 / +5.9 /+12.3 </a:t>
            </a:r>
            <a:r>
              <a:rPr kumimoji="0" lang="en-CH" sz="2200" b="0" i="0" u="none" strike="noStrike" kern="1200" cap="none" spc="0" normalizeH="0" baseline="0" noProof="0" err="1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</a:t>
            </a:r>
            <a:r>
              <a:rPr kumimoji="0" lang="en-CH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/kWh </a:t>
            </a:r>
            <a:endParaRPr lang="en-CH"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0407" y="5648785"/>
            <a:ext cx="4395377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GB" sz="1500" b="0">
                <a:solidFill>
                  <a:srgbClr val="313131"/>
                </a:solidFill>
                <a:latin typeface="Arial"/>
              </a:rPr>
              <a:t>2023 installation index: </a:t>
            </a: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238 / 265 / 290 </a:t>
            </a:r>
            <a:endParaRPr lang="en-GB" sz="15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Bivariate · commune by commune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Within cantons, </a:t>
            </a:r>
            <a:r>
              <a:rPr lang="en-US" sz="3200" b="0">
                <a:solidFill>
                  <a:srgbClr val="000000"/>
                </a:solidFill>
                <a:latin typeface="Arial"/>
              </a:rPr>
              <a:t>larger</a:t>
            </a:r>
            <a:r>
              <a:rPr sz="3200" b="0">
                <a:solidFill>
                  <a:srgbClr val="000000"/>
                </a:solidFill>
                <a:latin typeface="Arial"/>
              </a:rPr>
              <a:t> increases went with faster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Axes: deviations from canton means. 95% CIs clustered by main operator (495).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SFOE. 19 communes outside plot limits; included in analysis.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8620" y="2057400"/>
            <a:ext cx="3741420" cy="843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005DC4"/>
                </a:solidFill>
                <a:latin typeface="Arial"/>
              </a:rPr>
              <a:t>+0.24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8620" y="2914650"/>
            <a:ext cx="374142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>
                <a:solidFill>
                  <a:srgbClr val="313131"/>
                </a:solidFill>
                <a:latin typeface="Arial"/>
              </a:rPr>
              <a:t>L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og </a:t>
            </a:r>
            <a:r>
              <a:rPr sz="1600" b="0">
                <a:solidFill>
                  <a:srgbClr val="313131"/>
                </a:solidFill>
                <a:latin typeface="Arial"/>
              </a:rPr>
              <a:t>points of growth per +10 </a:t>
            </a:r>
            <a:r>
              <a:rPr lang="en-GB" sz="1600" b="0" err="1">
                <a:solidFill>
                  <a:srgbClr val="313131"/>
                </a:solidFill>
                <a:latin typeface="Arial"/>
              </a:rPr>
              <a:t>ct</a:t>
            </a:r>
            <a:r>
              <a:rPr lang="en-GB" sz="1600" b="0">
                <a:solidFill>
                  <a:srgbClr val="313131"/>
                </a:solidFill>
                <a:latin typeface="Arial"/>
              </a:rPr>
              <a:t>/kWh</a:t>
            </a:r>
            <a:r>
              <a:rPr sz="1600" b="0">
                <a:solidFill>
                  <a:srgbClr val="313131"/>
                </a:solidFill>
                <a:latin typeface="Arial"/>
              </a:rPr>
              <a:t>
</a:t>
            </a:r>
            <a:r>
              <a:rPr lang="en-GB" sz="16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95% CI:  0.20 to 0.28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8620" y="3977639"/>
            <a:ext cx="3741420" cy="843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6B6B6B"/>
                </a:solidFill>
                <a:latin typeface="Arial"/>
              </a:rPr>
              <a:t>0.02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8620" y="4834889"/>
            <a:ext cx="3741420" cy="791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 b="0">
                <a:solidFill>
                  <a:srgbClr val="313131"/>
                </a:solidFill>
                <a:latin typeface="Arial"/>
              </a:rPr>
              <a:t>Placebo: same slope before the shock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>
                <a:solidFill>
                  <a:srgbClr val="313131"/>
                </a:solidFill>
                <a:latin typeface="Arial"/>
              </a:rPr>
              <a:t>2017-2018 vs 2020-2021</a:t>
            </a:r>
            <a:r>
              <a:rPr sz="1600" b="0">
                <a:solidFill>
                  <a:srgbClr val="313131"/>
                </a:solidFill>
                <a:latin typeface="Arial"/>
              </a:rPr>
              <a:t>
</a:t>
            </a:r>
            <a:r>
              <a:rPr lang="en-GB" sz="1600" b="0" i="1">
                <a:solidFill>
                  <a:srgbClr val="313131"/>
                </a:solidFill>
                <a:latin typeface="Arial"/>
              </a:rPr>
              <a:t>95% CI: −0.03 to 0.07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C3216-4CD0-C7E7-D3CF-3AB64E0479CD}"/>
              </a:ext>
            </a:extLst>
          </p:cNvPr>
          <p:cNvSpPr txBox="1"/>
          <p:nvPr/>
        </p:nvSpPr>
        <p:spPr>
          <a:xfrm>
            <a:off x="685800" y="6002923"/>
            <a:ext cx="9448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rgbClr val="313131"/>
                </a:solidFill>
                <a:latin typeface="Arial"/>
              </a:rPr>
              <a:t>Growth: change in log(1 + average annual installations), from 2017–2021 to 2023–2024.</a:t>
            </a:r>
            <a:endParaRPr lang="en-CH" sz="140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Heterogeneity ·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1125200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A larger shock-group gap in high-homeownership communes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Same full-sample X groups in both Z halves. Installation totals indexed to 2021 = 100.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SFOE; FSO census 2000. Z split at the median (56%).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1737360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806440"/>
            <a:ext cx="5285232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280 vs 241   </a:t>
            </a:r>
            <a:r>
              <a:rPr sz="1500" b="0">
                <a:solidFill>
                  <a:srgbClr val="313131"/>
                </a:solidFill>
                <a:latin typeface="Arial"/>
              </a:rPr>
              <a:t>2023 index</a:t>
            </a:r>
            <a:r>
              <a:rPr lang="en-US" sz="1500">
                <a:solidFill>
                  <a:srgbClr val="313131"/>
                </a:solidFill>
                <a:latin typeface="Arial"/>
              </a:rPr>
              <a:t>: </a:t>
            </a:r>
            <a:r>
              <a:rPr sz="1500" b="0">
                <a:solidFill>
                  <a:srgbClr val="313131"/>
                </a:solidFill>
                <a:latin typeface="Arial"/>
              </a:rPr>
              <a:t>high vs low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806440"/>
            <a:ext cx="46710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308 vs 237   </a:t>
            </a:r>
            <a:r>
              <a:rPr sz="1500" b="0">
                <a:solidFill>
                  <a:srgbClr val="313131"/>
                </a:solidFill>
                <a:latin typeface="Arial"/>
              </a:rPr>
              <a:t>2023</a:t>
            </a:r>
            <a:r>
              <a:rPr lang="en-US" sz="1500">
                <a:solidFill>
                  <a:srgbClr val="313131"/>
                </a:solidFill>
                <a:latin typeface="Arial"/>
              </a:rPr>
              <a:t> index: </a:t>
            </a:r>
            <a:r>
              <a:rPr lang="en-US" sz="1500" b="0">
                <a:solidFill>
                  <a:srgbClr val="313131"/>
                </a:solidFill>
                <a:latin typeface="Arial"/>
              </a:rPr>
              <a:t>high vs low shock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2A5D75-D93B-653F-8762-16C8D84D290A}"/>
              </a:ext>
            </a:extLst>
          </p:cNvPr>
          <p:cNvSpPr txBox="1"/>
          <p:nvPr/>
        </p:nvSpPr>
        <p:spPr>
          <a:xfrm>
            <a:off x="4416552" y="1368028"/>
            <a:ext cx="310896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CH" b="1" dirty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Descriptive </a:t>
            </a:r>
            <a:r>
              <a:rPr lang="en-CH" b="1" dirty="0" err="1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Comparison</a:t>
            </a:r>
            <a:endParaRPr lang="fr-FR" b="1" dirty="0" err="1">
              <a:ln/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6FB5D7-BA79-6E57-CBAB-ECEBC7A4268B}"/>
              </a:ext>
            </a:extLst>
          </p:cNvPr>
          <p:cNvSpPr txBox="1"/>
          <p:nvPr/>
        </p:nvSpPr>
        <p:spPr>
          <a:xfrm>
            <a:off x="6568440" y="6163926"/>
            <a:ext cx="46710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400">
                <a:solidFill>
                  <a:srgbClr val="6B6B6B"/>
                </a:solidFill>
                <a:latin typeface="Arial"/>
              </a:rPr>
              <a:t>Above the median: gap already in 2022 (160 vs 139)</a:t>
            </a:r>
            <a:endParaRPr sz="4400">
              <a:solidFill>
                <a:srgbClr val="6B6B6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Causality · </a:t>
            </a:r>
            <a:r>
              <a:rPr lang="en-GB" sz="1400" b="0">
                <a:solidFill>
                  <a:srgbClr val="FE060E"/>
                </a:solidFill>
                <a:latin typeface="Arial"/>
              </a:rPr>
              <a:t>Is there something else? (endogeneity)</a:t>
            </a:r>
            <a:endParaRPr sz="1400" b="0">
              <a:solidFill>
                <a:srgbClr val="FE060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The shock was not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Larger operators serve 10+ sample communes. Feed-in comparison: 2021–2023, N = 1,994.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VESE /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pvtarif.ch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 (feed-in tariffs).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099" y="2057400"/>
            <a:ext cx="2294327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Operator type matters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704" y="2926080"/>
            <a:ext cx="2548128" cy="46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5.8</a:t>
            </a:r>
            <a:r>
              <a:rPr lang="en-US" sz="2800" b="0">
                <a:solidFill>
                  <a:srgbClr val="005DC4"/>
                </a:solidFill>
                <a:latin typeface="Arial"/>
              </a:rPr>
              <a:t> </a:t>
            </a:r>
            <a:r>
              <a:rPr sz="2800" b="0">
                <a:solidFill>
                  <a:srgbClr val="005DC4"/>
                </a:solidFill>
                <a:latin typeface="Arial"/>
              </a:rPr>
              <a:t>vs</a:t>
            </a:r>
            <a:r>
              <a:rPr lang="en-US" sz="2800" b="0">
                <a:solidFill>
                  <a:srgbClr val="005DC4"/>
                </a:solidFill>
                <a:latin typeface="Arial"/>
              </a:rPr>
              <a:t> </a:t>
            </a:r>
            <a:r>
              <a:rPr sz="3000" b="0">
                <a:solidFill>
                  <a:srgbClr val="005DC4"/>
                </a:solidFill>
                <a:latin typeface="Arial"/>
              </a:rPr>
              <a:t>8.5</a:t>
            </a:r>
            <a:r>
              <a:rPr sz="2800" b="0">
                <a:solidFill>
                  <a:srgbClr val="005DC4"/>
                </a:solidFill>
                <a:latin typeface="Arial"/>
              </a:rPr>
              <a:t> </a:t>
            </a:r>
            <a:r>
              <a:rPr lang="en-US" sz="2000" b="0" err="1">
                <a:solidFill>
                  <a:srgbClr val="005DC4"/>
                </a:solidFill>
                <a:latin typeface="Arial"/>
              </a:rPr>
              <a:t>ct</a:t>
            </a:r>
            <a:r>
              <a:rPr lang="en-US" sz="2000" b="0">
                <a:solidFill>
                  <a:srgbClr val="005DC4"/>
                </a:solidFill>
                <a:latin typeface="Arial"/>
              </a:rPr>
              <a:t>/kWh</a:t>
            </a:r>
            <a:endParaRPr lang="en-US" sz="2800" b="0">
              <a:solidFill>
                <a:srgbClr val="005DC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084832" cy="112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Lower average increases with operators serving 10+ communes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47288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1588" y="2057400"/>
            <a:ext cx="2420112" cy="650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Two price incentives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926080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r = 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886200"/>
            <a:ext cx="2084832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Retail and feed-in tariff changes moved together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08776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2057400"/>
            <a:ext cx="2294327" cy="650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Low-shock groups caught up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7376" y="2926080"/>
            <a:ext cx="2084832" cy="46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8.6 → 4.3 </a:t>
            </a:r>
            <a:r>
              <a:rPr lang="en-GB" sz="3000" b="0" err="1">
                <a:solidFill>
                  <a:srgbClr val="005DC4"/>
                </a:solidFill>
                <a:latin typeface="Arial"/>
              </a:rPr>
              <a:t>ct</a:t>
            </a:r>
            <a:endParaRPr sz="3000" b="0">
              <a:solidFill>
                <a:srgbClr val="005DC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7376" y="3886200"/>
            <a:ext cx="2084832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The high–low tariff gap halved in 2024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70264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84563" y="2057400"/>
            <a:ext cx="2379861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Other factors may matter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98864" y="2926080"/>
            <a:ext cx="2084832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6B6B6B"/>
                </a:solidFill>
                <a:latin typeface="Arial"/>
              </a:rPr>
              <a:t>not </a:t>
            </a:r>
            <a:r>
              <a:rPr lang="en-US" sz="2400" b="0">
                <a:solidFill>
                  <a:srgbClr val="6B6B6B"/>
                </a:solidFill>
                <a:latin typeface="Arial"/>
              </a:rPr>
              <a:t>measured</a:t>
            </a:r>
            <a:endParaRPr sz="24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98864" y="3886200"/>
            <a:ext cx="2084832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Local subsidies and installer queues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E0D0D4D-B08A-DB61-396F-AFB0A5872014}"/>
              </a:ext>
            </a:extLst>
          </p:cNvPr>
          <p:cNvSpPr/>
          <p:nvPr/>
        </p:nvSpPr>
        <p:spPr>
          <a:xfrm>
            <a:off x="569626" y="5168671"/>
            <a:ext cx="10959306" cy="8284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Causality · the reverse? can we extrapolate?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A positive association, but causality remains uncertain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6433" y="1761868"/>
            <a:ext cx="466344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05DC4"/>
                </a:solidFill>
                <a:latin typeface="Arial"/>
              </a:rPr>
              <a:t>Could solar growth affect tariffs</a:t>
            </a:r>
            <a:r>
              <a:rPr sz="2200" b="1">
                <a:solidFill>
                  <a:srgbClr val="005DC4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3131"/>
            <a:ext cx="4866640" cy="1131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2023 tariffs were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announced in 2022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, before the post-shock installations.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>
                <a:solidFill>
                  <a:srgbClr val="000000"/>
                </a:solidFill>
                <a:latin typeface="Arial"/>
              </a:rPr>
              <a:t>X has l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ittle correlation with existing PV per resident in 2021 (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r = 0.03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).</a:t>
            </a:r>
            <a:endParaRPr lang="en-GB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7383" y="1761868"/>
            <a:ext cx="466344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5DC4"/>
                </a:solidFill>
                <a:latin typeface="Arial"/>
              </a:rPr>
              <a:t>Can we extrapolate?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1099" y="2345255"/>
            <a:ext cx="5216395" cy="124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>One exceptional price shock 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during an energy crisis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>Commune-level results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, not individual household responses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PV installations in our sample: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12% exceed 30 kW</a:t>
            </a:r>
            <a:endParaRPr sz="16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411980"/>
            <a:ext cx="27432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NEXT, FOR THE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Find more recent homeownership data and improve coverage.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15F7C-DDAB-0A29-6ED8-F1324FC19F92}"/>
              </a:ext>
            </a:extLst>
          </p:cNvPr>
          <p:cNvSpPr txBox="1"/>
          <p:nvPr/>
        </p:nvSpPr>
        <p:spPr>
          <a:xfrm>
            <a:off x="985263" y="3806697"/>
            <a:ext cx="4663440" cy="21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spcAft>
                <a:spcPts val="900"/>
              </a:spcAft>
              <a:defRPr sz="1700" b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en-GB" sz="1400">
                <a:solidFill>
                  <a:schemeClr val="tx1">
                    <a:lumMod val="50000"/>
                    <a:lumOff val="50000"/>
                  </a:schemeClr>
                </a:solidFill>
              </a:rPr>
              <a:t>These checks do not rule out reverse causality.</a:t>
            </a:r>
            <a:endParaRPr lang="en-CH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C0609-3F4C-EE0A-164A-93CCB9799B0D}"/>
              </a:ext>
            </a:extLst>
          </p:cNvPr>
          <p:cNvSpPr txBox="1"/>
          <p:nvPr/>
        </p:nvSpPr>
        <p:spPr>
          <a:xfrm>
            <a:off x="6532341" y="3806697"/>
            <a:ext cx="4663440" cy="21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spcAft>
                <a:spcPts val="900"/>
              </a:spcAft>
              <a:defRPr sz="1700" b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en-GB" sz="1400">
                <a:solidFill>
                  <a:schemeClr val="tx1">
                    <a:lumMod val="50000"/>
                    <a:lumOff val="50000"/>
                  </a:schemeClr>
                </a:solidFill>
              </a:rPr>
              <a:t>Sample bias: 12 communes excluded; Z missing for 35.</a:t>
            </a:r>
            <a:endParaRPr lang="en-CH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1318F0-1D09-AAA0-98A6-EEF5DD1AEEF2}"/>
              </a:ext>
            </a:extLst>
          </p:cNvPr>
          <p:cNvSpPr/>
          <p:nvPr/>
        </p:nvSpPr>
        <p:spPr>
          <a:xfrm>
            <a:off x="569412" y="5168672"/>
            <a:ext cx="10959520" cy="3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690C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6C43C-F987-58A7-BED2-3990021E8AE1}"/>
              </a:ext>
            </a:extLst>
          </p:cNvPr>
          <p:cNvSpPr txBox="1"/>
          <p:nvPr/>
        </p:nvSpPr>
        <p:spPr>
          <a:xfrm>
            <a:off x="44577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Test whether the price–solar relationship differs by homeownership.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6C64F9-7C05-D381-D56A-CC7B3C47EEB4}"/>
              </a:ext>
            </a:extLst>
          </p:cNvPr>
          <p:cNvSpPr txBox="1"/>
          <p:nvPr/>
        </p:nvSpPr>
        <p:spPr>
          <a:xfrm>
            <a:off x="82296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Account for feed-in tariffs and other local factors.</a:t>
            </a:r>
            <a:endParaRPr sz="16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F84EE2-0F7A-F8FC-FC02-9CACFAD9D664}"/>
              </a:ext>
            </a:extLst>
          </p:cNvPr>
          <p:cNvSpPr/>
          <p:nvPr/>
        </p:nvSpPr>
        <p:spPr>
          <a:xfrm flipV="1">
            <a:off x="685800" y="2180309"/>
            <a:ext cx="5067301" cy="3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8F8708-16F9-1399-51EA-09A147E4A7EA}"/>
              </a:ext>
            </a:extLst>
          </p:cNvPr>
          <p:cNvSpPr/>
          <p:nvPr/>
        </p:nvSpPr>
        <p:spPr>
          <a:xfrm flipV="1">
            <a:off x="6261100" y="2180309"/>
            <a:ext cx="5067301" cy="3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561AD3-7756-CE19-0826-1AF806999CBA}"/>
              </a:ext>
            </a:extLst>
          </p:cNvPr>
          <p:cNvSpPr txBox="1"/>
          <p:nvPr/>
        </p:nvSpPr>
        <p:spPr>
          <a:xfrm>
            <a:off x="685800" y="4838233"/>
            <a:ext cx="25908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01.</a:t>
            </a:r>
            <a:r>
              <a:rPr lang="zh-CN" altLang="en-US" b="1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/>
              </a:rPr>
              <a:t>Better data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C0F98C-ADDD-3348-73A6-4D04962B7DA8}"/>
              </a:ext>
            </a:extLst>
          </p:cNvPr>
          <p:cNvSpPr txBox="1"/>
          <p:nvPr/>
        </p:nvSpPr>
        <p:spPr>
          <a:xfrm>
            <a:off x="4457700" y="4838233"/>
            <a:ext cx="29464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02.</a:t>
            </a:r>
            <a:r>
              <a:rPr lang="zh-CN" altLang="en-US" b="1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/>
              </a:rPr>
              <a:t>Test homeownership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1744B0-27EA-46AD-7067-F53F91999DBF}"/>
              </a:ext>
            </a:extLst>
          </p:cNvPr>
          <p:cNvSpPr txBox="1"/>
          <p:nvPr/>
        </p:nvSpPr>
        <p:spPr>
          <a:xfrm>
            <a:off x="8229600" y="4838233"/>
            <a:ext cx="25908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03. Other explanations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16</Slides>
  <Notes>16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77</cp:revision>
  <dcterms:created xsi:type="dcterms:W3CDTF">2013-01-27T09:14:16Z</dcterms:created>
  <dcterms:modified xsi:type="dcterms:W3CDTF">2026-10-13T20:05:45Z</dcterms:modified>
  <cp:category/>
</cp:coreProperties>
</file>